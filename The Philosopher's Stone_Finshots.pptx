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3" r:id="rId2"/>
    <p:sldId id="259" r:id="rId3"/>
    <p:sldId id="266" r:id="rId4"/>
    <p:sldId id="267" r:id="rId5"/>
    <p:sldId id="268" r:id="rId6"/>
    <p:sldId id="270" r:id="rId7"/>
    <p:sldId id="27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03399"/>
    <a:srgbClr val="003366"/>
    <a:srgbClr val="1ED760"/>
    <a:srgbClr val="42BAEA"/>
    <a:srgbClr val="FFAC4C"/>
    <a:srgbClr val="33CCFF"/>
    <a:srgbClr val="E70E17"/>
    <a:srgbClr val="FF0F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338B5-6F67-4D87-85E8-D6E53D860818}" v="2734" dt="2024-09-22T17:46:12.101"/>
    <p1510:client id="{1645CF67-42BD-4DD7-8947-C5BCAAFB4056}" v="95" dt="2024-09-21T19:26:50.367"/>
    <p1510:client id="{7176F04D-12C1-45E9-8D53-16044ABC6977}" v="520" dt="2024-09-21T22:12:13.541"/>
    <p1510:client id="{A5B358B2-102A-4766-9412-CE5DF464B8B6}" v="110" dt="2024-09-22T17:54:54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A5B358B2-102A-4766-9412-CE5DF464B8B6}"/>
    <pc:docChg chg="modSld">
      <pc:chgData name="Guest User" userId="" providerId="Windows Live" clId="Web-{A5B358B2-102A-4766-9412-CE5DF464B8B6}" dt="2024-09-22T17:54:54.775" v="95"/>
      <pc:docMkLst>
        <pc:docMk/>
      </pc:docMkLst>
      <pc:sldChg chg="addSp delSp modSp">
        <pc:chgData name="Guest User" userId="" providerId="Windows Live" clId="Web-{A5B358B2-102A-4766-9412-CE5DF464B8B6}" dt="2024-09-22T17:54:54.775" v="95"/>
        <pc:sldMkLst>
          <pc:docMk/>
          <pc:sldMk cId="3204757715" sldId="263"/>
        </pc:sldMkLst>
        <pc:spChg chg="del mod">
          <ac:chgData name="Guest User" userId="" providerId="Windows Live" clId="Web-{A5B358B2-102A-4766-9412-CE5DF464B8B6}" dt="2024-09-22T17:47:58.683" v="48"/>
          <ac:spMkLst>
            <pc:docMk/>
            <pc:sldMk cId="3204757715" sldId="263"/>
            <ac:spMk id="11" creationId="{AC499DC1-6B15-AE3F-D22B-B1626003E32F}"/>
          </ac:spMkLst>
        </pc:spChg>
        <pc:spChg chg="del mod">
          <ac:chgData name="Guest User" userId="" providerId="Windows Live" clId="Web-{A5B358B2-102A-4766-9412-CE5DF464B8B6}" dt="2024-09-22T17:51:18.893" v="69"/>
          <ac:spMkLst>
            <pc:docMk/>
            <pc:sldMk cId="3204757715" sldId="263"/>
            <ac:spMk id="12" creationId="{2F1D7A5A-FDC7-4EF5-3638-FAB3A0AC7D1F}"/>
          </ac:spMkLst>
        </pc:spChg>
        <pc:spChg chg="del">
          <ac:chgData name="Guest User" userId="" providerId="Windows Live" clId="Web-{A5B358B2-102A-4766-9412-CE5DF464B8B6}" dt="2024-09-22T17:50:42.001" v="63"/>
          <ac:spMkLst>
            <pc:docMk/>
            <pc:sldMk cId="3204757715" sldId="263"/>
            <ac:spMk id="13" creationId="{6DAE0E15-70E9-6E01-1FF5-BFF12540E36A}"/>
          </ac:spMkLst>
        </pc:spChg>
        <pc:spChg chg="add del mod">
          <ac:chgData name="Guest User" userId="" providerId="Windows Live" clId="Web-{A5B358B2-102A-4766-9412-CE5DF464B8B6}" dt="2024-09-22T17:54:54.775" v="95"/>
          <ac:spMkLst>
            <pc:docMk/>
            <pc:sldMk cId="3204757715" sldId="263"/>
            <ac:spMk id="20" creationId="{A1956579-8C3B-1323-2F8F-1FAD3A7AEEA0}"/>
          </ac:spMkLst>
        </pc:spChg>
        <pc:picChg chg="add del mod modCrop">
          <ac:chgData name="Guest User" userId="" providerId="Windows Live" clId="Web-{A5B358B2-102A-4766-9412-CE5DF464B8B6}" dt="2024-09-22T17:45:06.834" v="25"/>
          <ac:picMkLst>
            <pc:docMk/>
            <pc:sldMk cId="3204757715" sldId="263"/>
            <ac:picMk id="14" creationId="{F79D5C57-EFA1-E5A7-40A0-1D6F3DFE7CCB}"/>
          </ac:picMkLst>
        </pc:picChg>
        <pc:picChg chg="add del mod modCrop">
          <ac:chgData name="Guest User" userId="" providerId="Windows Live" clId="Web-{A5B358B2-102A-4766-9412-CE5DF464B8B6}" dt="2024-09-22T17:52:34.317" v="77"/>
          <ac:picMkLst>
            <pc:docMk/>
            <pc:sldMk cId="3204757715" sldId="263"/>
            <ac:picMk id="21" creationId="{32DD60EF-4FBF-4EFE-7015-7A7E450654B2}"/>
          </ac:picMkLst>
        </pc:picChg>
        <pc:picChg chg="add mod modCrop">
          <ac:chgData name="Guest User" userId="" providerId="Windows Live" clId="Web-{A5B358B2-102A-4766-9412-CE5DF464B8B6}" dt="2024-09-22T17:54:47.947" v="94"/>
          <ac:picMkLst>
            <pc:docMk/>
            <pc:sldMk cId="3204757715" sldId="263"/>
            <ac:picMk id="22" creationId="{261B5001-0E2F-1EDB-4855-717BF7CE11E1}"/>
          </ac:picMkLst>
        </pc:picChg>
        <pc:picChg chg="add mod modCrop">
          <ac:chgData name="Guest User" userId="" providerId="Windows Live" clId="Web-{A5B358B2-102A-4766-9412-CE5DF464B8B6}" dt="2024-09-22T17:54:41.650" v="93"/>
          <ac:picMkLst>
            <pc:docMk/>
            <pc:sldMk cId="3204757715" sldId="263"/>
            <ac:picMk id="23" creationId="{D73FF1FF-EC90-A3EA-BFAB-70CF2DD07311}"/>
          </ac:picMkLst>
        </pc:picChg>
        <pc:picChg chg="add del mod modCrop">
          <ac:chgData name="Guest User" userId="" providerId="Windows Live" clId="Web-{A5B358B2-102A-4766-9412-CE5DF464B8B6}" dt="2024-09-22T17:53:36.210" v="82"/>
          <ac:picMkLst>
            <pc:docMk/>
            <pc:sldMk cId="3204757715" sldId="263"/>
            <ac:picMk id="24" creationId="{7B1E8230-DA04-418A-1059-F3576B5938A9}"/>
          </ac:picMkLst>
        </pc:picChg>
        <pc:picChg chg="add mod modCrop">
          <ac:chgData name="Guest User" userId="" providerId="Windows Live" clId="Web-{A5B358B2-102A-4766-9412-CE5DF464B8B6}" dt="2024-09-22T17:54:35.227" v="92"/>
          <ac:picMkLst>
            <pc:docMk/>
            <pc:sldMk cId="3204757715" sldId="263"/>
            <ac:picMk id="25" creationId="{799C0597-7495-654A-5A09-89AC2FD57F2F}"/>
          </ac:picMkLst>
        </pc:picChg>
      </pc:sldChg>
      <pc:sldChg chg="modSp">
        <pc:chgData name="Guest User" userId="" providerId="Windows Live" clId="Web-{A5B358B2-102A-4766-9412-CE5DF464B8B6}" dt="2024-09-22T17:34:34.375" v="2" actId="1076"/>
        <pc:sldMkLst>
          <pc:docMk/>
          <pc:sldMk cId="854672578" sldId="266"/>
        </pc:sldMkLst>
        <pc:picChg chg="mod">
          <ac:chgData name="Guest User" userId="" providerId="Windows Live" clId="Web-{A5B358B2-102A-4766-9412-CE5DF464B8B6}" dt="2024-09-22T17:34:34.375" v="2" actId="1076"/>
          <ac:picMkLst>
            <pc:docMk/>
            <pc:sldMk cId="854672578" sldId="266"/>
            <ac:picMk id="2479" creationId="{1B40DA85-CA4E-44A4-F4E6-CC86BFD6651C}"/>
          </ac:picMkLst>
        </pc:picChg>
      </pc:sldChg>
      <pc:sldChg chg="modSp">
        <pc:chgData name="Guest User" userId="" providerId="Windows Live" clId="Web-{A5B358B2-102A-4766-9412-CE5DF464B8B6}" dt="2024-09-22T17:37:42.709" v="6" actId="20577"/>
        <pc:sldMkLst>
          <pc:docMk/>
          <pc:sldMk cId="2266458552" sldId="268"/>
        </pc:sldMkLst>
        <pc:spChg chg="mod">
          <ac:chgData name="Guest User" userId="" providerId="Windows Live" clId="Web-{A5B358B2-102A-4766-9412-CE5DF464B8B6}" dt="2024-09-22T17:37:37.490" v="5" actId="20577"/>
          <ac:spMkLst>
            <pc:docMk/>
            <pc:sldMk cId="2266458552" sldId="268"/>
            <ac:spMk id="54" creationId="{F2DD0691-877B-55A0-1C3E-0CAA17571B63}"/>
          </ac:spMkLst>
        </pc:spChg>
        <pc:spChg chg="mod">
          <ac:chgData name="Guest User" userId="" providerId="Windows Live" clId="Web-{A5B358B2-102A-4766-9412-CE5DF464B8B6}" dt="2024-09-22T17:37:42.709" v="6" actId="20577"/>
          <ac:spMkLst>
            <pc:docMk/>
            <pc:sldMk cId="2266458552" sldId="268"/>
            <ac:spMk id="57" creationId="{157E86CB-9E71-F9E1-C6C5-8B2A0434BB6C}"/>
          </ac:spMkLst>
        </pc:spChg>
      </pc:sldChg>
    </pc:docChg>
  </pc:docChgLst>
  <pc:docChgLst>
    <pc:chgData name="Guest User" providerId="Windows Live" clId="Web-{7176F04D-12C1-45E9-8D53-16044ABC6977}"/>
    <pc:docChg chg="modSld">
      <pc:chgData name="Guest User" userId="" providerId="Windows Live" clId="Web-{7176F04D-12C1-45E9-8D53-16044ABC6977}" dt="2024-09-21T22:12:13.541" v="481" actId="1076"/>
      <pc:docMkLst>
        <pc:docMk/>
      </pc:docMkLst>
      <pc:sldChg chg="addSp delSp modSp">
        <pc:chgData name="Guest User" userId="" providerId="Windows Live" clId="Web-{7176F04D-12C1-45E9-8D53-16044ABC6977}" dt="2024-09-21T22:12:13.541" v="481" actId="1076"/>
        <pc:sldMkLst>
          <pc:docMk/>
          <pc:sldMk cId="854672578" sldId="266"/>
        </pc:sldMkLst>
        <pc:spChg chg="mod">
          <ac:chgData name="Guest User" userId="" providerId="Windows Live" clId="Web-{7176F04D-12C1-45E9-8D53-16044ABC6977}" dt="2024-09-21T20:32:39.628" v="93" actId="14100"/>
          <ac:spMkLst>
            <pc:docMk/>
            <pc:sldMk cId="854672578" sldId="266"/>
            <ac:spMk id="20" creationId="{D773DAEB-54E7-1CF0-8A93-9BE4207BBE68}"/>
          </ac:spMkLst>
        </pc:spChg>
        <pc:spChg chg="mod">
          <ac:chgData name="Guest User" userId="" providerId="Windows Live" clId="Web-{7176F04D-12C1-45E9-8D53-16044ABC6977}" dt="2024-09-21T20:37:09.728" v="116" actId="1076"/>
          <ac:spMkLst>
            <pc:docMk/>
            <pc:sldMk cId="854672578" sldId="266"/>
            <ac:spMk id="60" creationId="{4CCBAAE9-1EE6-A3A0-3B0C-F203997ADDE4}"/>
          </ac:spMkLst>
        </pc:spChg>
        <pc:spChg chg="add del mod ord">
          <ac:chgData name="Guest User" userId="" providerId="Windows Live" clId="Web-{7176F04D-12C1-45E9-8D53-16044ABC6977}" dt="2024-09-21T21:44:00.980" v="373"/>
          <ac:spMkLst>
            <pc:docMk/>
            <pc:sldMk cId="854672578" sldId="266"/>
            <ac:spMk id="2084" creationId="{DE1304CF-F72A-FE7D-17BD-97380B3B1803}"/>
          </ac:spMkLst>
        </pc:spChg>
        <pc:spChg chg="add mod ord">
          <ac:chgData name="Guest User" userId="" providerId="Windows Live" clId="Web-{7176F04D-12C1-45E9-8D53-16044ABC6977}" dt="2024-09-21T21:08:47.188" v="267"/>
          <ac:spMkLst>
            <pc:docMk/>
            <pc:sldMk cId="854672578" sldId="266"/>
            <ac:spMk id="2203" creationId="{00F1AF45-AFB9-F541-D457-F48B0FB6A05F}"/>
          </ac:spMkLst>
        </pc:spChg>
        <pc:spChg chg="add mod">
          <ac:chgData name="Guest User" userId="" providerId="Windows Live" clId="Web-{7176F04D-12C1-45E9-8D53-16044ABC6977}" dt="2024-09-21T21:45:57.577" v="400" actId="1076"/>
          <ac:spMkLst>
            <pc:docMk/>
            <pc:sldMk cId="854672578" sldId="266"/>
            <ac:spMk id="2408" creationId="{ADB9C9A2-DBAC-D3E3-F7EA-DC35980DD576}"/>
          </ac:spMkLst>
        </pc:spChg>
        <pc:spChg chg="add mod">
          <ac:chgData name="Guest User" userId="" providerId="Windows Live" clId="Web-{7176F04D-12C1-45E9-8D53-16044ABC6977}" dt="2024-09-21T21:46:44.468" v="405"/>
          <ac:spMkLst>
            <pc:docMk/>
            <pc:sldMk cId="854672578" sldId="266"/>
            <ac:spMk id="2409" creationId="{0506ADEE-A1AE-0B5B-697F-F81A33501C5B}"/>
          </ac:spMkLst>
        </pc:spChg>
        <pc:spChg chg="add del">
          <ac:chgData name="Guest User" userId="" providerId="Windows Live" clId="Web-{7176F04D-12C1-45E9-8D53-16044ABC6977}" dt="2024-09-21T20:53:38.208" v="138"/>
          <ac:spMkLst>
            <pc:docMk/>
            <pc:sldMk cId="854672578" sldId="266"/>
            <ac:spMk id="2412" creationId="{13F6FC38-0CA1-BDD7-E321-B48F9584421B}"/>
          </ac:spMkLst>
        </pc:spChg>
        <pc:spChg chg="add mod ord">
          <ac:chgData name="Guest User" userId="" providerId="Windows Live" clId="Web-{7176F04D-12C1-45E9-8D53-16044ABC6977}" dt="2024-09-21T22:12:08.822" v="478" actId="1076"/>
          <ac:spMkLst>
            <pc:docMk/>
            <pc:sldMk cId="854672578" sldId="266"/>
            <ac:spMk id="2432" creationId="{2E4789B7-7CF4-5F66-E8CB-1CA535876D81}"/>
          </ac:spMkLst>
        </pc:spChg>
        <pc:spChg chg="add mod">
          <ac:chgData name="Guest User" userId="" providerId="Windows Live" clId="Web-{7176F04D-12C1-45E9-8D53-16044ABC6977}" dt="2024-09-21T22:09:21.486" v="466" actId="1076"/>
          <ac:spMkLst>
            <pc:docMk/>
            <pc:sldMk cId="854672578" sldId="266"/>
            <ac:spMk id="2439" creationId="{CCE165F5-82C2-BD07-8549-6EE43C69ADC1}"/>
          </ac:spMkLst>
        </pc:spChg>
        <pc:spChg chg="add mod ord">
          <ac:chgData name="Guest User" userId="" providerId="Windows Live" clId="Web-{7176F04D-12C1-45E9-8D53-16044ABC6977}" dt="2024-09-21T22:08:57.689" v="460" actId="1076"/>
          <ac:spMkLst>
            <pc:docMk/>
            <pc:sldMk cId="854672578" sldId="266"/>
            <ac:spMk id="2480" creationId="{DD7FA2C5-B4BD-9E60-6438-7366F68CA15C}"/>
          </ac:spMkLst>
        </pc:spChg>
        <pc:spChg chg="add mod ord">
          <ac:chgData name="Guest User" userId="" providerId="Windows Live" clId="Web-{7176F04D-12C1-45E9-8D53-16044ABC6977}" dt="2024-09-21T21:28:19.056" v="291" actId="1076"/>
          <ac:spMkLst>
            <pc:docMk/>
            <pc:sldMk cId="854672578" sldId="266"/>
            <ac:spMk id="2507" creationId="{8F2C7F76-DED8-874F-787D-2BD0DA3FE0E0}"/>
          </ac:spMkLst>
        </pc:spChg>
        <pc:spChg chg="add mod ord topLvl">
          <ac:chgData name="Guest User" userId="" providerId="Windows Live" clId="Web-{7176F04D-12C1-45E9-8D53-16044ABC6977}" dt="2024-09-21T21:47:33.282" v="419" actId="1076"/>
          <ac:spMkLst>
            <pc:docMk/>
            <pc:sldMk cId="854672578" sldId="266"/>
            <ac:spMk id="2663" creationId="{A8F0A7A2-1F7D-D13D-DD90-82AB307BAFEB}"/>
          </ac:spMkLst>
        </pc:spChg>
        <pc:grpChg chg="mod">
          <ac:chgData name="Guest User" userId="" providerId="Windows Live" clId="Web-{7176F04D-12C1-45E9-8D53-16044ABC6977}" dt="2024-09-21T22:11:30.274" v="470" actId="1076"/>
          <ac:grpSpMkLst>
            <pc:docMk/>
            <pc:sldMk cId="854672578" sldId="266"/>
            <ac:grpSpMk id="2" creationId="{3F80566E-80C1-AFE7-34C8-6E5765B0EBD4}"/>
          </ac:grpSpMkLst>
        </pc:grpChg>
        <pc:grpChg chg="mod">
          <ac:chgData name="Guest User" userId="" providerId="Windows Live" clId="Web-{7176F04D-12C1-45E9-8D53-16044ABC6977}" dt="2024-09-21T21:44:16.215" v="375" actId="1076"/>
          <ac:grpSpMkLst>
            <pc:docMk/>
            <pc:sldMk cId="854672578" sldId="266"/>
            <ac:grpSpMk id="9" creationId="{AC6C0223-F7FC-A047-709F-68E95A9F2E98}"/>
          </ac:grpSpMkLst>
        </pc:grpChg>
        <pc:grpChg chg="add del">
          <ac:chgData name="Guest User" userId="" providerId="Windows Live" clId="Web-{7176F04D-12C1-45E9-8D53-16044ABC6977}" dt="2024-09-21T21:44:43.137" v="382"/>
          <ac:grpSpMkLst>
            <pc:docMk/>
            <pc:sldMk cId="854672578" sldId="266"/>
            <ac:grpSpMk id="1060" creationId="{C9BA319C-8646-E12D-754B-C24C761676EE}"/>
          </ac:grpSpMkLst>
        </pc:grpChg>
        <pc:grpChg chg="add mod">
          <ac:chgData name="Guest User" userId="" providerId="Windows Live" clId="Web-{7176F04D-12C1-45E9-8D53-16044ABC6977}" dt="2024-09-21T22:09:21.455" v="465" actId="1076"/>
          <ac:grpSpMkLst>
            <pc:docMk/>
            <pc:sldMk cId="854672578" sldId="266"/>
            <ac:grpSpMk id="2398" creationId="{B62FD0F2-394A-929B-6304-5AFE47532F76}"/>
          </ac:grpSpMkLst>
        </pc:grpChg>
        <pc:picChg chg="mod">
          <ac:chgData name="Guest User" userId="" providerId="Windows Live" clId="Web-{7176F04D-12C1-45E9-8D53-16044ABC6977}" dt="2024-09-21T20:32:27.003" v="92" actId="1076"/>
          <ac:picMkLst>
            <pc:docMk/>
            <pc:sldMk cId="854672578" sldId="266"/>
            <ac:picMk id="19" creationId="{497A963F-E295-299A-6ABF-CFCC3004EFEE}"/>
          </ac:picMkLst>
        </pc:picChg>
        <pc:picChg chg="add mod">
          <ac:chgData name="Guest User" userId="" providerId="Windows Live" clId="Web-{7176F04D-12C1-45E9-8D53-16044ABC6977}" dt="2024-09-21T22:08:57.736" v="462" actId="1076"/>
          <ac:picMkLst>
            <pc:docMk/>
            <pc:sldMk cId="854672578" sldId="266"/>
            <ac:picMk id="32" creationId="{B1347FC8-4220-F7D9-26AA-0B6F17202C68}"/>
          </ac:picMkLst>
        </pc:picChg>
        <pc:picChg chg="add del mod ord">
          <ac:chgData name="Guest User" userId="" providerId="Windows Live" clId="Web-{7176F04D-12C1-45E9-8D53-16044ABC6977}" dt="2024-09-21T21:44:00.980" v="372"/>
          <ac:picMkLst>
            <pc:docMk/>
            <pc:sldMk cId="854672578" sldId="266"/>
            <ac:picMk id="1027" creationId="{5D2C44EA-DD65-AD9C-861E-9FE6A475CC5C}"/>
          </ac:picMkLst>
        </pc:picChg>
        <pc:picChg chg="add mod modCrop">
          <ac:chgData name="Guest User" userId="" providerId="Windows Live" clId="Web-{7176F04D-12C1-45E9-8D53-16044ABC6977}" dt="2024-09-21T20:50:24.563" v="125" actId="1076"/>
          <ac:picMkLst>
            <pc:docMk/>
            <pc:sldMk cId="854672578" sldId="266"/>
            <ac:picMk id="2060" creationId="{56E57227-64F7-0A88-A669-23CDF013FAA6}"/>
          </ac:picMkLst>
        </pc:picChg>
        <pc:picChg chg="add mod topLvl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073" creationId="{AF11A19A-F933-A1E0-54C6-D71935A7E723}"/>
          </ac:picMkLst>
        </pc:picChg>
        <pc:picChg chg="add mod ord modCrop">
          <ac:chgData name="Guest User" userId="" providerId="Windows Live" clId="Web-{7176F04D-12C1-45E9-8D53-16044ABC6977}" dt="2024-09-21T21:43:46.245" v="370" actId="1076"/>
          <ac:picMkLst>
            <pc:docMk/>
            <pc:sldMk cId="854672578" sldId="266"/>
            <ac:picMk id="2083" creationId="{285B4232-461B-5CB4-424E-5FD6FFA9D7BF}"/>
          </ac:picMkLst>
        </pc:picChg>
        <pc:picChg chg="add del mod">
          <ac:chgData name="Guest User" userId="" providerId="Windows Live" clId="Web-{7176F04D-12C1-45E9-8D53-16044ABC6977}" dt="2024-09-21T20:53:39.193" v="139"/>
          <ac:picMkLst>
            <pc:docMk/>
            <pc:sldMk cId="854672578" sldId="266"/>
            <ac:picMk id="2366" creationId="{9C8B1F87-ACC8-CA85-8608-2A9DB2107B7C}"/>
          </ac:picMkLst>
        </pc:picChg>
        <pc:picChg chg="add mod modCrop">
          <ac:chgData name="Guest User" userId="" providerId="Windows Live" clId="Web-{7176F04D-12C1-45E9-8D53-16044ABC6977}" dt="2024-09-21T22:12:13.541" v="481" actId="1076"/>
          <ac:picMkLst>
            <pc:docMk/>
            <pc:sldMk cId="854672578" sldId="266"/>
            <ac:picMk id="2413" creationId="{EF27BE9A-79E5-72BB-4A5A-E609B46C22C8}"/>
          </ac:picMkLst>
        </pc:picChg>
        <pc:picChg chg="add mod">
          <ac:chgData name="Guest User" userId="" providerId="Windows Live" clId="Web-{7176F04D-12C1-45E9-8D53-16044ABC6977}" dt="2024-09-21T22:12:08.853" v="479" actId="1076"/>
          <ac:picMkLst>
            <pc:docMk/>
            <pc:sldMk cId="854672578" sldId="266"/>
            <ac:picMk id="2451" creationId="{D4EEDD61-5B0D-AACA-1089-FF24178D39D8}"/>
          </ac:picMkLst>
        </pc:picChg>
        <pc:picChg chg="add mod">
          <ac:chgData name="Guest User" userId="" providerId="Windows Live" clId="Web-{7176F04D-12C1-45E9-8D53-16044ABC6977}" dt="2024-09-21T22:08:57.704" v="461" actId="1076"/>
          <ac:picMkLst>
            <pc:docMk/>
            <pc:sldMk cId="854672578" sldId="266"/>
            <ac:picMk id="2477" creationId="{E04EEBE2-73BE-BA97-7B45-825FEB4EED0F}"/>
          </ac:picMkLst>
        </pc:picChg>
        <pc:picChg chg="add mod modCrop">
          <ac:chgData name="Guest User" userId="" providerId="Windows Live" clId="Web-{7176F04D-12C1-45E9-8D53-16044ABC6977}" dt="2024-09-21T21:08:30.813" v="254" actId="1076"/>
          <ac:picMkLst>
            <pc:docMk/>
            <pc:sldMk cId="854672578" sldId="266"/>
            <ac:picMk id="2479" creationId="{1B40DA85-CA4E-44A4-F4E6-CC86BFD6651C}"/>
          </ac:picMkLst>
        </pc:picChg>
        <pc:picChg chg="add del mod">
          <ac:chgData name="Guest User" userId="" providerId="Windows Live" clId="Web-{7176F04D-12C1-45E9-8D53-16044ABC6977}" dt="2024-09-21T21:07:27.827" v="236"/>
          <ac:picMkLst>
            <pc:docMk/>
            <pc:sldMk cId="854672578" sldId="266"/>
            <ac:picMk id="2580" creationId="{0D8E414B-F12E-302C-3DDE-E1A21F4ABC1B}"/>
          </ac:picMkLst>
        </pc:picChg>
        <pc:picChg chg="add mod">
          <ac:chgData name="Guest User" userId="" providerId="Windows Live" clId="Web-{7176F04D-12C1-45E9-8D53-16044ABC6977}" dt="2024-09-21T21:08:30.797" v="253" actId="1076"/>
          <ac:picMkLst>
            <pc:docMk/>
            <pc:sldMk cId="854672578" sldId="266"/>
            <ac:picMk id="2644" creationId="{01D42F46-A616-4456-59F8-435CBAD008BC}"/>
          </ac:picMkLst>
        </pc:picChg>
        <pc:picChg chg="add mod">
          <ac:chgData name="Guest User" userId="" providerId="Windows Live" clId="Web-{7176F04D-12C1-45E9-8D53-16044ABC6977}" dt="2024-09-21T22:08:57.751" v="463" actId="1076"/>
          <ac:picMkLst>
            <pc:docMk/>
            <pc:sldMk cId="854672578" sldId="266"/>
            <ac:picMk id="2694" creationId="{FB475071-5CED-2E60-1516-EFF0370EB0F9}"/>
          </ac:picMkLst>
        </pc:picChg>
        <pc:picChg chg="add mod">
          <ac:chgData name="Guest User" userId="" providerId="Windows Live" clId="Web-{7176F04D-12C1-45E9-8D53-16044ABC6977}" dt="2024-09-21T22:08:57.767" v="464" actId="1076"/>
          <ac:picMkLst>
            <pc:docMk/>
            <pc:sldMk cId="854672578" sldId="266"/>
            <ac:picMk id="2695" creationId="{35F92133-5840-9B05-7991-81148557C491}"/>
          </ac:picMkLst>
        </pc:picChg>
        <pc:picChg chg="add mod topLvl modCrop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727" creationId="{0ABF812F-EE41-14F1-20E2-C6BF8682EA46}"/>
          </ac:picMkLst>
        </pc:picChg>
        <pc:picChg chg="add mod topLvl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755" creationId="{563F29D7-B598-C2AB-DE5D-17CF72E13643}"/>
          </ac:picMkLst>
        </pc:picChg>
        <pc:picChg chg="add mod topLvl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772" creationId="{08BEDAE1-6090-9952-1136-08DC71CED9B7}"/>
          </ac:picMkLst>
        </pc:picChg>
        <pc:picChg chg="add del mod">
          <ac:chgData name="Guest User" userId="" providerId="Windows Live" clId="Web-{7176F04D-12C1-45E9-8D53-16044ABC6977}" dt="2024-09-21T21:40:15.798" v="325"/>
          <ac:picMkLst>
            <pc:docMk/>
            <pc:sldMk cId="854672578" sldId="266"/>
            <ac:picMk id="2773" creationId="{47D49997-2083-A22D-1B56-ABE786B6C3E0}"/>
          </ac:picMkLst>
        </pc:picChg>
        <pc:picChg chg="add mod topLvl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774" creationId="{C6A58D2D-ACAE-BB9E-C388-A1776D762514}"/>
          </ac:picMkLst>
        </pc:picChg>
        <pc:picChg chg="add mod topLvl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775" creationId="{61558E04-A0BB-3EA4-B668-B1DF43C72B4E}"/>
          </ac:picMkLst>
        </pc:picChg>
        <pc:picChg chg="add del mod">
          <ac:chgData name="Guest User" userId="" providerId="Windows Live" clId="Web-{7176F04D-12C1-45E9-8D53-16044ABC6977}" dt="2024-09-21T21:42:03.081" v="348"/>
          <ac:picMkLst>
            <pc:docMk/>
            <pc:sldMk cId="854672578" sldId="266"/>
            <ac:picMk id="2776" creationId="{6D8394B3-AC8B-8D74-47E7-4FF82D3A5A3E}"/>
          </ac:picMkLst>
        </pc:picChg>
        <pc:picChg chg="add mod topLvl">
          <ac:chgData name="Guest User" userId="" providerId="Windows Live" clId="Web-{7176F04D-12C1-45E9-8D53-16044ABC6977}" dt="2024-09-21T21:44:43.137" v="382"/>
          <ac:picMkLst>
            <pc:docMk/>
            <pc:sldMk cId="854672578" sldId="266"/>
            <ac:picMk id="2777" creationId="{0AA9E64A-3BA3-6DB8-EDE7-EA90CF86DC14}"/>
          </ac:picMkLst>
        </pc:picChg>
        <pc:cxnChg chg="add mod">
          <ac:chgData name="Guest User" userId="" providerId="Windows Live" clId="Web-{7176F04D-12C1-45E9-8D53-16044ABC6977}" dt="2024-09-21T20:31:52.940" v="87" actId="1076"/>
          <ac:cxnSpMkLst>
            <pc:docMk/>
            <pc:sldMk cId="854672578" sldId="266"/>
            <ac:cxnSpMk id="2166" creationId="{1BC4D651-37C3-D91F-7947-9A3CDC1378AE}"/>
          </ac:cxnSpMkLst>
        </pc:cxnChg>
      </pc:sldChg>
    </pc:docChg>
  </pc:docChgLst>
  <pc:docChgLst>
    <pc:chgData name="Mayank Sharma" userId="4cba9c93c0a4f770" providerId="LiveId" clId="{0B3338B5-6F67-4D87-85E8-D6E53D860818}"/>
    <pc:docChg chg="undo custSel addSld delSld modSld sldOrd modMainMaster">
      <pc:chgData name="Mayank Sharma" userId="4cba9c93c0a4f770" providerId="LiveId" clId="{0B3338B5-6F67-4D87-85E8-D6E53D860818}" dt="2024-09-22T17:46:12.101" v="4316" actId="1076"/>
      <pc:docMkLst>
        <pc:docMk/>
      </pc:docMkLst>
      <pc:sldChg chg="addSp delSp modSp mod">
        <pc:chgData name="Mayank Sharma" userId="4cba9c93c0a4f770" providerId="LiveId" clId="{0B3338B5-6F67-4D87-85E8-D6E53D860818}" dt="2024-09-21T22:07:37.274" v="2692" actId="20577"/>
        <pc:sldMkLst>
          <pc:docMk/>
          <pc:sldMk cId="2332826540" sldId="259"/>
        </pc:sldMkLst>
        <pc:spChg chg="mod">
          <ac:chgData name="Mayank Sharma" userId="4cba9c93c0a4f770" providerId="LiveId" clId="{0B3338B5-6F67-4D87-85E8-D6E53D860818}" dt="2024-09-21T19:06:45.392" v="995" actId="114"/>
          <ac:spMkLst>
            <pc:docMk/>
            <pc:sldMk cId="2332826540" sldId="259"/>
            <ac:spMk id="1065" creationId="{38490240-E126-DA9B-1A48-804250851D9E}"/>
          </ac:spMkLst>
        </pc:spChg>
        <pc:spChg chg="mod">
          <ac:chgData name="Mayank Sharma" userId="4cba9c93c0a4f770" providerId="LiveId" clId="{0B3338B5-6F67-4D87-85E8-D6E53D860818}" dt="2024-09-21T22:07:37.274" v="2692" actId="20577"/>
          <ac:spMkLst>
            <pc:docMk/>
            <pc:sldMk cId="2332826540" sldId="259"/>
            <ac:spMk id="1081" creationId="{D2558805-09D6-507D-D1DD-E61AA5E1A55E}"/>
          </ac:spMkLst>
        </pc:spChg>
        <pc:picChg chg="add del mod">
          <ac:chgData name="Mayank Sharma" userId="4cba9c93c0a4f770" providerId="LiveId" clId="{0B3338B5-6F67-4D87-85E8-D6E53D860818}" dt="2024-09-21T14:03:09.324" v="16" actId="21"/>
          <ac:picMkLst>
            <pc:docMk/>
            <pc:sldMk cId="2332826540" sldId="259"/>
            <ac:picMk id="2" creationId="{59D1CE1D-5006-8C0D-7F78-6972066BC4B5}"/>
          </ac:picMkLst>
        </pc:picChg>
        <pc:picChg chg="mod">
          <ac:chgData name="Mayank Sharma" userId="4cba9c93c0a4f770" providerId="LiveId" clId="{0B3338B5-6F67-4D87-85E8-D6E53D860818}" dt="2024-09-21T14:03:12.880" v="17" actId="14100"/>
          <ac:picMkLst>
            <pc:docMk/>
            <pc:sldMk cId="2332826540" sldId="259"/>
            <ac:picMk id="1026" creationId="{B00785B2-1C30-8B49-FB58-3AF88E853AC4}"/>
          </ac:picMkLst>
        </pc:picChg>
        <pc:picChg chg="add mod">
          <ac:chgData name="Mayank Sharma" userId="4cba9c93c0a4f770" providerId="LiveId" clId="{0B3338B5-6F67-4D87-85E8-D6E53D860818}" dt="2024-09-21T19:04:25.318" v="991" actId="1076"/>
          <ac:picMkLst>
            <pc:docMk/>
            <pc:sldMk cId="2332826540" sldId="259"/>
            <ac:picMk id="2067" creationId="{1F3177FE-F3BE-DFF9-0FA9-51DA8327D193}"/>
          </ac:picMkLst>
        </pc:picChg>
      </pc:sldChg>
      <pc:sldChg chg="add ord setBg">
        <pc:chgData name="Mayank Sharma" userId="4cba9c93c0a4f770" providerId="LiveId" clId="{0B3338B5-6F67-4D87-85E8-D6E53D860818}" dt="2024-09-22T17:29:19.831" v="4236"/>
        <pc:sldMkLst>
          <pc:docMk/>
          <pc:sldMk cId="1973851995" sldId="262"/>
        </pc:sldMkLst>
      </pc:sldChg>
      <pc:sldChg chg="addSp delSp modSp add mod ord setBg">
        <pc:chgData name="Mayank Sharma" userId="4cba9c93c0a4f770" providerId="LiveId" clId="{0B3338B5-6F67-4D87-85E8-D6E53D860818}" dt="2024-09-22T17:46:12.101" v="4316" actId="1076"/>
        <pc:sldMkLst>
          <pc:docMk/>
          <pc:sldMk cId="3204757715" sldId="263"/>
        </pc:sldMkLst>
        <pc:spChg chg="mod">
          <ac:chgData name="Mayank Sharma" userId="4cba9c93c0a4f770" providerId="LiveId" clId="{0B3338B5-6F67-4D87-85E8-D6E53D860818}" dt="2024-09-22T17:39:20.825" v="4310" actId="207"/>
          <ac:spMkLst>
            <pc:docMk/>
            <pc:sldMk cId="3204757715" sldId="263"/>
            <ac:spMk id="2" creationId="{63DFFC77-C55A-1886-E552-919537E8A4DD}"/>
          </ac:spMkLst>
        </pc:spChg>
        <pc:spChg chg="mod">
          <ac:chgData name="Mayank Sharma" userId="4cba9c93c0a4f770" providerId="LiveId" clId="{0B3338B5-6F67-4D87-85E8-D6E53D860818}" dt="2024-09-22T17:39:23.191" v="4311" actId="207"/>
          <ac:spMkLst>
            <pc:docMk/>
            <pc:sldMk cId="3204757715" sldId="263"/>
            <ac:spMk id="3" creationId="{E16FBEE9-096E-9DA9-AD10-158A38616346}"/>
          </ac:spMkLst>
        </pc:spChg>
        <pc:spChg chg="mod">
          <ac:chgData name="Mayank Sharma" userId="4cba9c93c0a4f770" providerId="LiveId" clId="{0B3338B5-6F67-4D87-85E8-D6E53D860818}" dt="2024-09-22T17:39:25.456" v="4312" actId="207"/>
          <ac:spMkLst>
            <pc:docMk/>
            <pc:sldMk cId="3204757715" sldId="263"/>
            <ac:spMk id="5" creationId="{FFE03E19-E941-9E2F-A94E-A5BA775A7057}"/>
          </ac:spMkLst>
        </pc:spChg>
        <pc:spChg chg="mod">
          <ac:chgData name="Mayank Sharma" userId="4cba9c93c0a4f770" providerId="LiveId" clId="{0B3338B5-6F67-4D87-85E8-D6E53D860818}" dt="2024-09-22T17:31:45.606" v="4250" actId="207"/>
          <ac:spMkLst>
            <pc:docMk/>
            <pc:sldMk cId="3204757715" sldId="263"/>
            <ac:spMk id="6" creationId="{DDCABB13-F604-9387-0A8E-2C1636999CB3}"/>
          </ac:spMkLst>
        </pc:spChg>
        <pc:spChg chg="mod">
          <ac:chgData name="Mayank Sharma" userId="4cba9c93c0a4f770" providerId="LiveId" clId="{0B3338B5-6F67-4D87-85E8-D6E53D860818}" dt="2024-09-22T17:32:10.305" v="4253" actId="1076"/>
          <ac:spMkLst>
            <pc:docMk/>
            <pc:sldMk cId="3204757715" sldId="263"/>
            <ac:spMk id="8" creationId="{2D785709-F59E-98A0-2906-1E728F4ADE7A}"/>
          </ac:spMkLst>
        </pc:spChg>
        <pc:spChg chg="mod">
          <ac:chgData name="Mayank Sharma" userId="4cba9c93c0a4f770" providerId="LiveId" clId="{0B3338B5-6F67-4D87-85E8-D6E53D860818}" dt="2024-09-22T17:33:42.441" v="4290" actId="14100"/>
          <ac:spMkLst>
            <pc:docMk/>
            <pc:sldMk cId="3204757715" sldId="263"/>
            <ac:spMk id="9" creationId="{49164E09-C330-D7C1-A851-6C041171007A}"/>
          </ac:spMkLst>
        </pc:spChg>
        <pc:spChg chg="mod">
          <ac:chgData name="Mayank Sharma" userId="4cba9c93c0a4f770" providerId="LiveId" clId="{0B3338B5-6F67-4D87-85E8-D6E53D860818}" dt="2024-09-22T17:34:23.821" v="4293" actId="1076"/>
          <ac:spMkLst>
            <pc:docMk/>
            <pc:sldMk cId="3204757715" sldId="263"/>
            <ac:spMk id="10" creationId="{D2CBD13B-B122-4FB2-4A86-FB83AE041CC9}"/>
          </ac:spMkLst>
        </pc:spChg>
        <pc:spChg chg="mod">
          <ac:chgData name="Mayank Sharma" userId="4cba9c93c0a4f770" providerId="LiveId" clId="{0B3338B5-6F67-4D87-85E8-D6E53D860818}" dt="2024-09-22T17:38:59.539" v="4309" actId="207"/>
          <ac:spMkLst>
            <pc:docMk/>
            <pc:sldMk cId="3204757715" sldId="263"/>
            <ac:spMk id="12" creationId="{2F1D7A5A-FDC7-4EF5-3638-FAB3A0AC7D1F}"/>
          </ac:spMkLst>
        </pc:spChg>
        <pc:spChg chg="mod">
          <ac:chgData name="Mayank Sharma" userId="4cba9c93c0a4f770" providerId="LiveId" clId="{0B3338B5-6F67-4D87-85E8-D6E53D860818}" dt="2024-09-22T17:36:40.417" v="4300" actId="1582"/>
          <ac:spMkLst>
            <pc:docMk/>
            <pc:sldMk cId="3204757715" sldId="263"/>
            <ac:spMk id="15" creationId="{CA8DC89A-4AB5-4C72-B4A4-168CE1923EA2}"/>
          </ac:spMkLst>
        </pc:spChg>
        <pc:spChg chg="mod">
          <ac:chgData name="Mayank Sharma" userId="4cba9c93c0a4f770" providerId="LiveId" clId="{0B3338B5-6F67-4D87-85E8-D6E53D860818}" dt="2024-09-22T17:46:12.101" v="4316" actId="1076"/>
          <ac:spMkLst>
            <pc:docMk/>
            <pc:sldMk cId="3204757715" sldId="263"/>
            <ac:spMk id="20" creationId="{A1956579-8C3B-1323-2F8F-1FAD3A7AEEA0}"/>
          </ac:spMkLst>
        </pc:spChg>
        <pc:grpChg chg="mod">
          <ac:chgData name="Mayank Sharma" userId="4cba9c93c0a4f770" providerId="LiveId" clId="{0B3338B5-6F67-4D87-85E8-D6E53D860818}" dt="2024-09-22T17:32:14.278" v="4254" actId="1076"/>
          <ac:grpSpMkLst>
            <pc:docMk/>
            <pc:sldMk cId="3204757715" sldId="263"/>
            <ac:grpSpMk id="18" creationId="{308B444B-1AD7-6EB4-2D86-6E7053D5E5F3}"/>
          </ac:grpSpMkLst>
        </pc:grpChg>
        <pc:picChg chg="mod">
          <ac:chgData name="Mayank Sharma" userId="4cba9c93c0a4f770" providerId="LiveId" clId="{0B3338B5-6F67-4D87-85E8-D6E53D860818}" dt="2024-09-22T17:33:22.202" v="4265" actId="1076"/>
          <ac:picMkLst>
            <pc:docMk/>
            <pc:sldMk cId="3204757715" sldId="263"/>
            <ac:picMk id="4" creationId="{9D1160F7-2017-1CFB-6C30-2ED5646EA50A}"/>
          </ac:picMkLst>
        </pc:picChg>
        <pc:picChg chg="mod">
          <ac:chgData name="Mayank Sharma" userId="4cba9c93c0a4f770" providerId="LiveId" clId="{0B3338B5-6F67-4D87-85E8-D6E53D860818}" dt="2024-09-22T17:40:05.052" v="4313"/>
          <ac:picMkLst>
            <pc:docMk/>
            <pc:sldMk cId="3204757715" sldId="263"/>
            <ac:picMk id="16" creationId="{537D49CA-FBE6-7981-54CE-59013003D6BC}"/>
          </ac:picMkLst>
        </pc:picChg>
        <pc:picChg chg="add del mod">
          <ac:chgData name="Mayank Sharma" userId="4cba9c93c0a4f770" providerId="LiveId" clId="{0B3338B5-6F67-4D87-85E8-D6E53D860818}" dt="2024-09-22T17:38:14.735" v="4306" actId="478"/>
          <ac:picMkLst>
            <pc:docMk/>
            <pc:sldMk cId="3204757715" sldId="263"/>
            <ac:picMk id="17" creationId="{E76F5B12-2462-9401-8545-61F7C34F17C4}"/>
          </ac:picMkLst>
        </pc:picChg>
        <pc:picChg chg="del">
          <ac:chgData name="Mayank Sharma" userId="4cba9c93c0a4f770" providerId="LiveId" clId="{0B3338B5-6F67-4D87-85E8-D6E53D860818}" dt="2024-09-22T17:33:18.951" v="4264" actId="478"/>
          <ac:picMkLst>
            <pc:docMk/>
            <pc:sldMk cId="3204757715" sldId="263"/>
            <ac:picMk id="1026" creationId="{A36431EE-D8CD-4D15-2B17-F80CCB72C5D6}"/>
          </ac:picMkLst>
        </pc:picChg>
        <pc:picChg chg="add mod">
          <ac:chgData name="Mayank Sharma" userId="4cba9c93c0a4f770" providerId="LiveId" clId="{0B3338B5-6F67-4D87-85E8-D6E53D860818}" dt="2024-09-22T17:46:05.459" v="4315" actId="1076"/>
          <ac:picMkLst>
            <pc:docMk/>
            <pc:sldMk cId="3204757715" sldId="263"/>
            <ac:picMk id="5122" creationId="{F73F71B5-EA6B-CC82-1402-BB492CCB5241}"/>
          </ac:picMkLst>
        </pc:picChg>
      </pc:sldChg>
      <pc:sldChg chg="addSp delSp modSp mod">
        <pc:chgData name="Mayank Sharma" userId="4cba9c93c0a4f770" providerId="LiveId" clId="{0B3338B5-6F67-4D87-85E8-D6E53D860818}" dt="2024-09-21T21:37:06.334" v="2429" actId="1076"/>
        <pc:sldMkLst>
          <pc:docMk/>
          <pc:sldMk cId="854672578" sldId="266"/>
        </pc:sldMkLst>
        <pc:spChg chg="add mod">
          <ac:chgData name="Mayank Sharma" userId="4cba9c93c0a4f770" providerId="LiveId" clId="{0B3338B5-6F67-4D87-85E8-D6E53D860818}" dt="2024-09-21T21:37:00.174" v="2425" actId="164"/>
          <ac:spMkLst>
            <pc:docMk/>
            <pc:sldMk cId="854672578" sldId="266"/>
            <ac:spMk id="4" creationId="{1F9469CD-A721-AE82-B2BC-6687F1E52B45}"/>
          </ac:spMkLst>
        </pc:spChg>
        <pc:spChg chg="add mod">
          <ac:chgData name="Mayank Sharma" userId="4cba9c93c0a4f770" providerId="LiveId" clId="{0B3338B5-6F67-4D87-85E8-D6E53D860818}" dt="2024-09-21T14:46:04.431" v="277" actId="164"/>
          <ac:spMkLst>
            <pc:docMk/>
            <pc:sldMk cId="854672578" sldId="266"/>
            <ac:spMk id="8" creationId="{D39D6D11-8218-7D4C-8419-1117DC797E85}"/>
          </ac:spMkLst>
        </pc:spChg>
        <pc:spChg chg="add del mod">
          <ac:chgData name="Mayank Sharma" userId="4cba9c93c0a4f770" providerId="LiveId" clId="{0B3338B5-6F67-4D87-85E8-D6E53D860818}" dt="2024-09-21T14:33:42.903" v="134" actId="478"/>
          <ac:spMkLst>
            <pc:docMk/>
            <pc:sldMk cId="854672578" sldId="266"/>
            <ac:spMk id="10" creationId="{7022227B-FD88-6CBC-CD1D-EA7110109F8C}"/>
          </ac:spMkLst>
        </pc:spChg>
        <pc:spChg chg="add mod">
          <ac:chgData name="Mayank Sharma" userId="4cba9c93c0a4f770" providerId="LiveId" clId="{0B3338B5-6F67-4D87-85E8-D6E53D860818}" dt="2024-09-21T14:46:04.431" v="277" actId="164"/>
          <ac:spMkLst>
            <pc:docMk/>
            <pc:sldMk cId="854672578" sldId="266"/>
            <ac:spMk id="11" creationId="{BEA79794-9F83-20C1-B5E7-1A00C169FE99}"/>
          </ac:spMkLst>
        </pc:spChg>
        <pc:spChg chg="add mod">
          <ac:chgData name="Mayank Sharma" userId="4cba9c93c0a4f770" providerId="LiveId" clId="{0B3338B5-6F67-4D87-85E8-D6E53D860818}" dt="2024-09-21T14:46:11.578" v="279" actId="1076"/>
          <ac:spMkLst>
            <pc:docMk/>
            <pc:sldMk cId="854672578" sldId="266"/>
            <ac:spMk id="13" creationId="{65D1C509-DD05-D5DC-E167-B015D7449E14}"/>
          </ac:spMkLst>
        </pc:spChg>
        <pc:spChg chg="add mod">
          <ac:chgData name="Mayank Sharma" userId="4cba9c93c0a4f770" providerId="LiveId" clId="{0B3338B5-6F67-4D87-85E8-D6E53D860818}" dt="2024-09-21T14:35:45.597" v="157" actId="1076"/>
          <ac:spMkLst>
            <pc:docMk/>
            <pc:sldMk cId="854672578" sldId="266"/>
            <ac:spMk id="15" creationId="{236BC8B7-49FD-3CD5-1BE3-29C600199606}"/>
          </ac:spMkLst>
        </pc:spChg>
        <pc:spChg chg="add mod">
          <ac:chgData name="Mayank Sharma" userId="4cba9c93c0a4f770" providerId="LiveId" clId="{0B3338B5-6F67-4D87-85E8-D6E53D860818}" dt="2024-09-21T14:36:19.273" v="175" actId="113"/>
          <ac:spMkLst>
            <pc:docMk/>
            <pc:sldMk cId="854672578" sldId="266"/>
            <ac:spMk id="16" creationId="{D0B078E5-7541-BACE-7DC0-3C084F4636CE}"/>
          </ac:spMkLst>
        </pc:spChg>
        <pc:spChg chg="add">
          <ac:chgData name="Mayank Sharma" userId="4cba9c93c0a4f770" providerId="LiveId" clId="{0B3338B5-6F67-4D87-85E8-D6E53D860818}" dt="2024-09-21T14:37:30.492" v="176"/>
          <ac:spMkLst>
            <pc:docMk/>
            <pc:sldMk cId="854672578" sldId="266"/>
            <ac:spMk id="17" creationId="{EFBC7D21-E1EB-AE53-3B3F-D1325414DDB7}"/>
          </ac:spMkLst>
        </pc:spChg>
        <pc:spChg chg="add del mod">
          <ac:chgData name="Mayank Sharma" userId="4cba9c93c0a4f770" providerId="LiveId" clId="{0B3338B5-6F67-4D87-85E8-D6E53D860818}" dt="2024-09-21T14:38:56.493" v="197" actId="478"/>
          <ac:spMkLst>
            <pc:docMk/>
            <pc:sldMk cId="854672578" sldId="266"/>
            <ac:spMk id="18" creationId="{235AA4BF-21E5-038F-4ED3-086724E09AE3}"/>
          </ac:spMkLst>
        </pc:spChg>
        <pc:spChg chg="add del">
          <ac:chgData name="Mayank Sharma" userId="4cba9c93c0a4f770" providerId="LiveId" clId="{0B3338B5-6F67-4D87-85E8-D6E53D860818}" dt="2024-09-21T14:38:44.374" v="194" actId="12084"/>
          <ac:spMkLst>
            <pc:docMk/>
            <pc:sldMk cId="854672578" sldId="266"/>
            <ac:spMk id="20" creationId="{C24B5DA1-3432-3DE3-F95E-0314A60A074D}"/>
          </ac:spMkLst>
        </pc:spChg>
        <pc:spChg chg="add mod">
          <ac:chgData name="Mayank Sharma" userId="4cba9c93c0a4f770" providerId="LiveId" clId="{0B3338B5-6F67-4D87-85E8-D6E53D860818}" dt="2024-09-21T14:50:10.112" v="316"/>
          <ac:spMkLst>
            <pc:docMk/>
            <pc:sldMk cId="854672578" sldId="266"/>
            <ac:spMk id="22" creationId="{B484F953-A2CD-4D48-8AF0-1735A2D204AC}"/>
          </ac:spMkLst>
        </pc:spChg>
        <pc:spChg chg="add mod">
          <ac:chgData name="Mayank Sharma" userId="4cba9c93c0a4f770" providerId="LiveId" clId="{0B3338B5-6F67-4D87-85E8-D6E53D860818}" dt="2024-09-21T15:59:45.963" v="574" actId="1076"/>
          <ac:spMkLst>
            <pc:docMk/>
            <pc:sldMk cId="854672578" sldId="266"/>
            <ac:spMk id="31" creationId="{D180D0B9-7AAF-BDA0-D16E-62DE38C03F86}"/>
          </ac:spMkLst>
        </pc:spChg>
        <pc:spChg chg="add mod">
          <ac:chgData name="Mayank Sharma" userId="4cba9c93c0a4f770" providerId="LiveId" clId="{0B3338B5-6F67-4D87-85E8-D6E53D860818}" dt="2024-09-21T15:13:28.579" v="508" actId="1076"/>
          <ac:spMkLst>
            <pc:docMk/>
            <pc:sldMk cId="854672578" sldId="266"/>
            <ac:spMk id="60" creationId="{4CCBAAE9-1EE6-A3A0-3B0C-F203997ADDE4}"/>
          </ac:spMkLst>
        </pc:spChg>
        <pc:spChg chg="add mod">
          <ac:chgData name="Mayank Sharma" userId="4cba9c93c0a4f770" providerId="LiveId" clId="{0B3338B5-6F67-4D87-85E8-D6E53D860818}" dt="2024-09-21T18:10:27.230" v="784" actId="14100"/>
          <ac:spMkLst>
            <pc:docMk/>
            <pc:sldMk cId="854672578" sldId="266"/>
            <ac:spMk id="1036" creationId="{74F419BC-932E-671D-2250-CB0469F04B08}"/>
          </ac:spMkLst>
        </pc:spChg>
        <pc:spChg chg="add mod">
          <ac:chgData name="Mayank Sharma" userId="4cba9c93c0a4f770" providerId="LiveId" clId="{0B3338B5-6F67-4D87-85E8-D6E53D860818}" dt="2024-09-21T18:12:30.160" v="805" actId="14100"/>
          <ac:spMkLst>
            <pc:docMk/>
            <pc:sldMk cId="854672578" sldId="266"/>
            <ac:spMk id="1037" creationId="{E81DB4E2-84C0-19DE-1A93-912DC4E24C31}"/>
          </ac:spMkLst>
        </pc:spChg>
        <pc:spChg chg="add mod">
          <ac:chgData name="Mayank Sharma" userId="4cba9c93c0a4f770" providerId="LiveId" clId="{0B3338B5-6F67-4D87-85E8-D6E53D860818}" dt="2024-09-21T18:10:34.834" v="788" actId="14100"/>
          <ac:spMkLst>
            <pc:docMk/>
            <pc:sldMk cId="854672578" sldId="266"/>
            <ac:spMk id="1039" creationId="{CC801AC6-9CAF-E196-183A-6B66ED6FB4D4}"/>
          </ac:spMkLst>
        </pc:spChg>
        <pc:spChg chg="add mod">
          <ac:chgData name="Mayank Sharma" userId="4cba9c93c0a4f770" providerId="LiveId" clId="{0B3338B5-6F67-4D87-85E8-D6E53D860818}" dt="2024-09-21T18:10:50.635" v="794" actId="14100"/>
          <ac:spMkLst>
            <pc:docMk/>
            <pc:sldMk cId="854672578" sldId="266"/>
            <ac:spMk id="1041" creationId="{CF529F37-122E-40E3-4491-784C4DB9CFD1}"/>
          </ac:spMkLst>
        </pc:spChg>
        <pc:spChg chg="add del mod">
          <ac:chgData name="Mayank Sharma" userId="4cba9c93c0a4f770" providerId="LiveId" clId="{0B3338B5-6F67-4D87-85E8-D6E53D860818}" dt="2024-09-21T18:02:43.467" v="684" actId="478"/>
          <ac:spMkLst>
            <pc:docMk/>
            <pc:sldMk cId="854672578" sldId="266"/>
            <ac:spMk id="1043" creationId="{3614FDDE-5BA8-63C1-3370-6C3B5EB36BA5}"/>
          </ac:spMkLst>
        </pc:spChg>
        <pc:spChg chg="add mod">
          <ac:chgData name="Mayank Sharma" userId="4cba9c93c0a4f770" providerId="LiveId" clId="{0B3338B5-6F67-4D87-85E8-D6E53D860818}" dt="2024-09-21T18:10:40.217" v="791" actId="14100"/>
          <ac:spMkLst>
            <pc:docMk/>
            <pc:sldMk cId="854672578" sldId="266"/>
            <ac:spMk id="1045" creationId="{4CB0F06C-F940-2906-6CD0-E26E42D90AC0}"/>
          </ac:spMkLst>
        </pc:spChg>
        <pc:spChg chg="add mod">
          <ac:chgData name="Mayank Sharma" userId="4cba9c93c0a4f770" providerId="LiveId" clId="{0B3338B5-6F67-4D87-85E8-D6E53D860818}" dt="2024-09-21T18:15:13.109" v="826" actId="164"/>
          <ac:spMkLst>
            <pc:docMk/>
            <pc:sldMk cId="854672578" sldId="266"/>
            <ac:spMk id="1053" creationId="{9820AB45-350F-4758-3D5E-EC5F438AFA95}"/>
          </ac:spMkLst>
        </pc:spChg>
        <pc:spChg chg="add mod">
          <ac:chgData name="Mayank Sharma" userId="4cba9c93c0a4f770" providerId="LiveId" clId="{0B3338B5-6F67-4D87-85E8-D6E53D860818}" dt="2024-09-21T18:16:07.583" v="840" actId="1076"/>
          <ac:spMkLst>
            <pc:docMk/>
            <pc:sldMk cId="854672578" sldId="266"/>
            <ac:spMk id="1059" creationId="{58FBE420-2E0F-5A7F-B9B5-892822CC13BE}"/>
          </ac:spMkLst>
        </pc:spChg>
        <pc:spChg chg="mod">
          <ac:chgData name="Mayank Sharma" userId="4cba9c93c0a4f770" providerId="LiveId" clId="{0B3338B5-6F67-4D87-85E8-D6E53D860818}" dt="2024-09-21T18:16:04.391" v="838"/>
          <ac:spMkLst>
            <pc:docMk/>
            <pc:sldMk cId="854672578" sldId="266"/>
            <ac:spMk id="1061" creationId="{6592A7E3-D50D-44DB-0F8A-71DF93D1126A}"/>
          </ac:spMkLst>
        </pc:spChg>
        <pc:spChg chg="add mod">
          <ac:chgData name="Mayank Sharma" userId="4cba9c93c0a4f770" providerId="LiveId" clId="{0B3338B5-6F67-4D87-85E8-D6E53D860818}" dt="2024-09-21T18:16:34.657" v="847" actId="1076"/>
          <ac:spMkLst>
            <pc:docMk/>
            <pc:sldMk cId="854672578" sldId="266"/>
            <ac:spMk id="1064" creationId="{5ECCFAAE-040A-8654-BBE7-DB01393BAA09}"/>
          </ac:spMkLst>
        </pc:spChg>
        <pc:spChg chg="add mod">
          <ac:chgData name="Mayank Sharma" userId="4cba9c93c0a4f770" providerId="LiveId" clId="{0B3338B5-6F67-4D87-85E8-D6E53D860818}" dt="2024-09-21T18:18:02.685" v="865" actId="1076"/>
          <ac:spMkLst>
            <pc:docMk/>
            <pc:sldMk cId="854672578" sldId="266"/>
            <ac:spMk id="1069" creationId="{533AAE27-4442-6064-69D7-CA44351C9942}"/>
          </ac:spMkLst>
        </pc:spChg>
        <pc:spChg chg="add mod">
          <ac:chgData name="Mayank Sharma" userId="4cba9c93c0a4f770" providerId="LiveId" clId="{0B3338B5-6F67-4D87-85E8-D6E53D860818}" dt="2024-09-21T18:18:44.770" v="882" actId="122"/>
          <ac:spMkLst>
            <pc:docMk/>
            <pc:sldMk cId="854672578" sldId="266"/>
            <ac:spMk id="1070" creationId="{4ADDAB51-D20B-8316-CCF1-19D85AED5B40}"/>
          </ac:spMkLst>
        </pc:spChg>
        <pc:spChg chg="add mod">
          <ac:chgData name="Mayank Sharma" userId="4cba9c93c0a4f770" providerId="LiveId" clId="{0B3338B5-6F67-4D87-85E8-D6E53D860818}" dt="2024-09-21T18:19:12.229" v="885" actId="14100"/>
          <ac:spMkLst>
            <pc:docMk/>
            <pc:sldMk cId="854672578" sldId="266"/>
            <ac:spMk id="1071" creationId="{6875036B-B4B4-C97A-B63B-6185600A85CE}"/>
          </ac:spMkLst>
        </pc:spChg>
        <pc:spChg chg="add mod">
          <ac:chgData name="Mayank Sharma" userId="4cba9c93c0a4f770" providerId="LiveId" clId="{0B3338B5-6F67-4D87-85E8-D6E53D860818}" dt="2024-09-21T18:20:08.037" v="894" actId="207"/>
          <ac:spMkLst>
            <pc:docMk/>
            <pc:sldMk cId="854672578" sldId="266"/>
            <ac:spMk id="1073" creationId="{7137F5DB-168C-0B5D-AF76-94C60308AAB3}"/>
          </ac:spMkLst>
        </pc:spChg>
        <pc:spChg chg="add mod">
          <ac:chgData name="Mayank Sharma" userId="4cba9c93c0a4f770" providerId="LiveId" clId="{0B3338B5-6F67-4D87-85E8-D6E53D860818}" dt="2024-09-21T18:23:12.887" v="918" actId="1076"/>
          <ac:spMkLst>
            <pc:docMk/>
            <pc:sldMk cId="854672578" sldId="266"/>
            <ac:spMk id="1081" creationId="{DB0DCC7F-A632-6191-1228-0F644B596EAD}"/>
          </ac:spMkLst>
        </pc:spChg>
        <pc:spChg chg="add mod">
          <ac:chgData name="Mayank Sharma" userId="4cba9c93c0a4f770" providerId="LiveId" clId="{0B3338B5-6F67-4D87-85E8-D6E53D860818}" dt="2024-09-21T18:25:14.047" v="948" actId="20577"/>
          <ac:spMkLst>
            <pc:docMk/>
            <pc:sldMk cId="854672578" sldId="266"/>
            <ac:spMk id="2048" creationId="{8CE24EEF-2C9B-5F32-9828-AF9C2FE0C05D}"/>
          </ac:spMkLst>
        </pc:spChg>
        <pc:spChg chg="mod">
          <ac:chgData name="Mayank Sharma" userId="4cba9c93c0a4f770" providerId="LiveId" clId="{0B3338B5-6F67-4D87-85E8-D6E53D860818}" dt="2024-09-21T21:37:06.334" v="2429" actId="1076"/>
          <ac:spMkLst>
            <pc:docMk/>
            <pc:sldMk cId="854672578" sldId="266"/>
            <ac:spMk id="2084" creationId="{DE1304CF-F72A-FE7D-17BD-97380B3B1803}"/>
          </ac:spMkLst>
        </pc:spChg>
        <pc:spChg chg="mod">
          <ac:chgData name="Mayank Sharma" userId="4cba9c93c0a4f770" providerId="LiveId" clId="{0B3338B5-6F67-4D87-85E8-D6E53D860818}" dt="2024-09-21T21:36:29.471" v="2421" actId="164"/>
          <ac:spMkLst>
            <pc:docMk/>
            <pc:sldMk cId="854672578" sldId="266"/>
            <ac:spMk id="2203" creationId="{00F1AF45-AFB9-F541-D457-F48B0FB6A05F}"/>
          </ac:spMkLst>
        </pc:spChg>
        <pc:spChg chg="mod">
          <ac:chgData name="Mayank Sharma" userId="4cba9c93c0a4f770" providerId="LiveId" clId="{0B3338B5-6F67-4D87-85E8-D6E53D860818}" dt="2024-09-21T21:36:29.471" v="2421" actId="164"/>
          <ac:spMkLst>
            <pc:docMk/>
            <pc:sldMk cId="854672578" sldId="266"/>
            <ac:spMk id="2432" creationId="{2E4789B7-7CF4-5F66-E8CB-1CA535876D81}"/>
          </ac:spMkLst>
        </pc:spChg>
        <pc:spChg chg="mod">
          <ac:chgData name="Mayank Sharma" userId="4cba9c93c0a4f770" providerId="LiveId" clId="{0B3338B5-6F67-4D87-85E8-D6E53D860818}" dt="2024-09-21T21:36:29.471" v="2421" actId="164"/>
          <ac:spMkLst>
            <pc:docMk/>
            <pc:sldMk cId="854672578" sldId="266"/>
            <ac:spMk id="2507" creationId="{8F2C7F76-DED8-874F-787D-2BD0DA3FE0E0}"/>
          </ac:spMkLst>
        </pc:spChg>
        <pc:grpChg chg="add mod">
          <ac:chgData name="Mayank Sharma" userId="4cba9c93c0a4f770" providerId="LiveId" clId="{0B3338B5-6F67-4D87-85E8-D6E53D860818}" dt="2024-09-21T21:36:33.830" v="2422" actId="1076"/>
          <ac:grpSpMkLst>
            <pc:docMk/>
            <pc:sldMk cId="854672578" sldId="266"/>
            <ac:grpSpMk id="2" creationId="{3F80566E-80C1-AFE7-34C8-6E5765B0EBD4}"/>
          </ac:grpSpMkLst>
        </pc:grpChg>
        <pc:grpChg chg="add mod">
          <ac:chgData name="Mayank Sharma" userId="4cba9c93c0a4f770" providerId="LiveId" clId="{0B3338B5-6F67-4D87-85E8-D6E53D860818}" dt="2024-09-21T21:37:00.174" v="2425" actId="164"/>
          <ac:grpSpMkLst>
            <pc:docMk/>
            <pc:sldMk cId="854672578" sldId="266"/>
            <ac:grpSpMk id="9" creationId="{AC6C0223-F7FC-A047-709F-68E95A9F2E98}"/>
          </ac:grpSpMkLst>
        </pc:grpChg>
        <pc:grpChg chg="add mod">
          <ac:chgData name="Mayank Sharma" userId="4cba9c93c0a4f770" providerId="LiveId" clId="{0B3338B5-6F67-4D87-85E8-D6E53D860818}" dt="2024-09-21T14:46:08.963" v="278" actId="1076"/>
          <ac:grpSpMkLst>
            <pc:docMk/>
            <pc:sldMk cId="854672578" sldId="266"/>
            <ac:grpSpMk id="24" creationId="{140F5718-34DB-6952-B868-CC540442247D}"/>
          </ac:grpSpMkLst>
        </pc:grpChg>
        <pc:grpChg chg="add mod">
          <ac:chgData name="Mayank Sharma" userId="4cba9c93c0a4f770" providerId="LiveId" clId="{0B3338B5-6F67-4D87-85E8-D6E53D860818}" dt="2024-09-21T18:15:13.109" v="826" actId="164"/>
          <ac:grpSpMkLst>
            <pc:docMk/>
            <pc:sldMk cId="854672578" sldId="266"/>
            <ac:grpSpMk id="1058" creationId="{DA6871B7-4546-C3AD-EBBD-E1E83E7CCE44}"/>
          </ac:grpSpMkLst>
        </pc:grpChg>
        <pc:grpChg chg="add del mod">
          <ac:chgData name="Mayank Sharma" userId="4cba9c93c0a4f770" providerId="LiveId" clId="{0B3338B5-6F67-4D87-85E8-D6E53D860818}" dt="2024-09-21T18:16:16.739" v="843" actId="478"/>
          <ac:grpSpMkLst>
            <pc:docMk/>
            <pc:sldMk cId="854672578" sldId="266"/>
            <ac:grpSpMk id="1060" creationId="{21CF20A9-C600-2C59-ABFD-3801BFAD8878}"/>
          </ac:grpSpMkLst>
        </pc:grpChg>
        <pc:graphicFrameChg chg="add mod">
          <ac:chgData name="Mayank Sharma" userId="4cba9c93c0a4f770" providerId="LiveId" clId="{0B3338B5-6F67-4D87-85E8-D6E53D860818}" dt="2024-09-21T14:48:52.896" v="303" actId="14100"/>
          <ac:graphicFrameMkLst>
            <pc:docMk/>
            <pc:sldMk cId="854672578" sldId="266"/>
            <ac:graphicFrameMk id="21" creationId="{F67891F3-7D77-A40C-D563-E0429A247F2F}"/>
          </ac:graphicFrameMkLst>
        </pc:graphicFrameChg>
        <pc:picChg chg="add mod">
          <ac:chgData name="Mayank Sharma" userId="4cba9c93c0a4f770" providerId="LiveId" clId="{0B3338B5-6F67-4D87-85E8-D6E53D860818}" dt="2024-09-21T14:33:33.037" v="132" actId="1582"/>
          <ac:picMkLst>
            <pc:docMk/>
            <pc:sldMk cId="854672578" sldId="266"/>
            <ac:picMk id="3" creationId="{7CDA06C5-22EC-D853-1FF4-B95FBE1450E4}"/>
          </ac:picMkLst>
        </pc:picChg>
        <pc:picChg chg="add mod">
          <ac:chgData name="Mayank Sharma" userId="4cba9c93c0a4f770" providerId="LiveId" clId="{0B3338B5-6F67-4D87-85E8-D6E53D860818}" dt="2024-09-21T21:37:00.174" v="2425" actId="164"/>
          <ac:picMkLst>
            <pc:docMk/>
            <pc:sldMk cId="854672578" sldId="266"/>
            <ac:picMk id="7" creationId="{BEAD33DA-F5A7-728B-43EF-543E9E6A853B}"/>
          </ac:picMkLst>
        </pc:picChg>
        <pc:picChg chg="mod">
          <ac:chgData name="Mayank Sharma" userId="4cba9c93c0a4f770" providerId="LiveId" clId="{0B3338B5-6F67-4D87-85E8-D6E53D860818}" dt="2024-09-21T18:50:04.555" v="964" actId="1076"/>
          <ac:picMkLst>
            <pc:docMk/>
            <pc:sldMk cId="854672578" sldId="266"/>
            <ac:picMk id="19" creationId="{497A963F-E295-299A-6ABF-CFCC3004EFEE}"/>
          </ac:picMkLst>
        </pc:picChg>
        <pc:picChg chg="add mod modCrop">
          <ac:chgData name="Mayank Sharma" userId="4cba9c93c0a4f770" providerId="LiveId" clId="{0B3338B5-6F67-4D87-85E8-D6E53D860818}" dt="2024-09-21T15:01:26.970" v="401" actId="14100"/>
          <ac:picMkLst>
            <pc:docMk/>
            <pc:sldMk cId="854672578" sldId="266"/>
            <ac:picMk id="33" creationId="{DEDAF9AD-AF7A-18D4-2C4D-AABF4AED85A6}"/>
          </ac:picMkLst>
        </pc:picChg>
        <pc:picChg chg="add mod">
          <ac:chgData name="Mayank Sharma" userId="4cba9c93c0a4f770" providerId="LiveId" clId="{0B3338B5-6F67-4D87-85E8-D6E53D860818}" dt="2024-09-21T15:01:28.887" v="402" actId="14100"/>
          <ac:picMkLst>
            <pc:docMk/>
            <pc:sldMk cId="854672578" sldId="266"/>
            <ac:picMk id="35" creationId="{7C388FEF-2391-85DE-BD19-3A429DFCCEBA}"/>
          </ac:picMkLst>
        </pc:picChg>
        <pc:picChg chg="add mod">
          <ac:chgData name="Mayank Sharma" userId="4cba9c93c0a4f770" providerId="LiveId" clId="{0B3338B5-6F67-4D87-85E8-D6E53D860818}" dt="2024-09-21T15:06:45.473" v="445" actId="1076"/>
          <ac:picMkLst>
            <pc:docMk/>
            <pc:sldMk cId="854672578" sldId="266"/>
            <ac:picMk id="37" creationId="{45296DDD-115E-05A6-8414-44888C368EB6}"/>
          </ac:picMkLst>
        </pc:picChg>
        <pc:picChg chg="add mod">
          <ac:chgData name="Mayank Sharma" userId="4cba9c93c0a4f770" providerId="LiveId" clId="{0B3338B5-6F67-4D87-85E8-D6E53D860818}" dt="2024-09-21T15:03:02.298" v="413" actId="1076"/>
          <ac:picMkLst>
            <pc:docMk/>
            <pc:sldMk cId="854672578" sldId="266"/>
            <ac:picMk id="43" creationId="{F28DA663-876A-47C1-C573-50C58D360173}"/>
          </ac:picMkLst>
        </pc:picChg>
        <pc:picChg chg="add mod">
          <ac:chgData name="Mayank Sharma" userId="4cba9c93c0a4f770" providerId="LiveId" clId="{0B3338B5-6F67-4D87-85E8-D6E53D860818}" dt="2024-09-21T15:08:46.385" v="463" actId="14100"/>
          <ac:picMkLst>
            <pc:docMk/>
            <pc:sldMk cId="854672578" sldId="266"/>
            <ac:picMk id="45" creationId="{0C8701E3-85AA-30C6-DA97-9A33C4FCDADF}"/>
          </ac:picMkLst>
        </pc:picChg>
        <pc:picChg chg="add mod">
          <ac:chgData name="Mayank Sharma" userId="4cba9c93c0a4f770" providerId="LiveId" clId="{0B3338B5-6F67-4D87-85E8-D6E53D860818}" dt="2024-09-21T15:57:24.080" v="546" actId="14100"/>
          <ac:picMkLst>
            <pc:docMk/>
            <pc:sldMk cId="854672578" sldId="266"/>
            <ac:picMk id="1025" creationId="{B2BEEF97-EF8D-E435-19B3-38FC545344D6}"/>
          </ac:picMkLst>
        </pc:picChg>
        <pc:picChg chg="mod">
          <ac:chgData name="Mayank Sharma" userId="4cba9c93c0a4f770" providerId="LiveId" clId="{0B3338B5-6F67-4D87-85E8-D6E53D860818}" dt="2024-09-21T19:04:33.033" v="992" actId="14100"/>
          <ac:picMkLst>
            <pc:docMk/>
            <pc:sldMk cId="854672578" sldId="266"/>
            <ac:picMk id="1026" creationId="{B00785B2-1C30-8B49-FB58-3AF88E853AC4}"/>
          </ac:picMkLst>
        </pc:picChg>
        <pc:picChg chg="add mod">
          <ac:chgData name="Mayank Sharma" userId="4cba9c93c0a4f770" providerId="LiveId" clId="{0B3338B5-6F67-4D87-85E8-D6E53D860818}" dt="2024-09-21T15:58:31.280" v="560" actId="14100"/>
          <ac:picMkLst>
            <pc:docMk/>
            <pc:sldMk cId="854672578" sldId="266"/>
            <ac:picMk id="1029" creationId="{07DA9F63-EBBE-E2AA-6790-336EDE6848F9}"/>
          </ac:picMkLst>
        </pc:picChg>
        <pc:picChg chg="add mod modCrop">
          <ac:chgData name="Mayank Sharma" userId="4cba9c93c0a4f770" providerId="LiveId" clId="{0B3338B5-6F67-4D87-85E8-D6E53D860818}" dt="2024-09-21T17:07:26.630" v="598" actId="1076"/>
          <ac:picMkLst>
            <pc:docMk/>
            <pc:sldMk cId="854672578" sldId="266"/>
            <ac:picMk id="1033" creationId="{98E2635D-B467-2D8A-70BE-E7857C8051C1}"/>
          </ac:picMkLst>
        </pc:picChg>
        <pc:picChg chg="add mod">
          <ac:chgData name="Mayank Sharma" userId="4cba9c93c0a4f770" providerId="LiveId" clId="{0B3338B5-6F67-4D87-85E8-D6E53D860818}" dt="2024-09-21T18:25:26.715" v="949" actId="1076"/>
          <ac:picMkLst>
            <pc:docMk/>
            <pc:sldMk cId="854672578" sldId="266"/>
            <ac:picMk id="1034" creationId="{3E87C8F8-FF9B-3891-9656-B25F82DA6DE5}"/>
          </ac:picMkLst>
        </pc:picChg>
        <pc:picChg chg="add mod">
          <ac:chgData name="Mayank Sharma" userId="4cba9c93c0a4f770" providerId="LiveId" clId="{0B3338B5-6F67-4D87-85E8-D6E53D860818}" dt="2024-09-21T18:08:53.684" v="778" actId="14100"/>
          <ac:picMkLst>
            <pc:docMk/>
            <pc:sldMk cId="854672578" sldId="266"/>
            <ac:picMk id="1046" creationId="{EC190405-F0D2-D741-0418-4D9458013439}"/>
          </ac:picMkLst>
        </pc:picChg>
        <pc:picChg chg="add del mod">
          <ac:chgData name="Mayank Sharma" userId="4cba9c93c0a4f770" providerId="LiveId" clId="{0B3338B5-6F67-4D87-85E8-D6E53D860818}" dt="2024-09-21T18:54:13.684" v="967" actId="478"/>
          <ac:picMkLst>
            <pc:docMk/>
            <pc:sldMk cId="854672578" sldId="266"/>
            <ac:picMk id="1047" creationId="{C42C8952-D7A5-7DB3-E87E-1BD13C71F9BF}"/>
          </ac:picMkLst>
        </pc:picChg>
        <pc:picChg chg="add mod">
          <ac:chgData name="Mayank Sharma" userId="4cba9c93c0a4f770" providerId="LiveId" clId="{0B3338B5-6F67-4D87-85E8-D6E53D860818}" dt="2024-09-21T18:06:15.300" v="728" actId="14100"/>
          <ac:picMkLst>
            <pc:docMk/>
            <pc:sldMk cId="854672578" sldId="266"/>
            <ac:picMk id="1048" creationId="{1E25B6C0-FE01-E146-53D9-BA89F7C59EDC}"/>
          </ac:picMkLst>
        </pc:picChg>
        <pc:picChg chg="add del mod">
          <ac:chgData name="Mayank Sharma" userId="4cba9c93c0a4f770" providerId="LiveId" clId="{0B3338B5-6F67-4D87-85E8-D6E53D860818}" dt="2024-09-21T18:05:02.651" v="711" actId="478"/>
          <ac:picMkLst>
            <pc:docMk/>
            <pc:sldMk cId="854672578" sldId="266"/>
            <ac:picMk id="1049" creationId="{09E97AA4-E102-EF8A-20CC-2F902532FF1D}"/>
          </ac:picMkLst>
        </pc:picChg>
        <pc:picChg chg="add mod modCrop">
          <ac:chgData name="Mayank Sharma" userId="4cba9c93c0a4f770" providerId="LiveId" clId="{0B3338B5-6F67-4D87-85E8-D6E53D860818}" dt="2024-09-21T18:55:19.172" v="974" actId="1076"/>
          <ac:picMkLst>
            <pc:docMk/>
            <pc:sldMk cId="854672578" sldId="266"/>
            <ac:picMk id="2050" creationId="{9DF1BDE0-2432-B98C-C58F-8FB32A419AB7}"/>
          </ac:picMkLst>
        </pc:picChg>
        <pc:picChg chg="add mod">
          <ac:chgData name="Mayank Sharma" userId="4cba9c93c0a4f770" providerId="LiveId" clId="{0B3338B5-6F67-4D87-85E8-D6E53D860818}" dt="2024-09-21T14:53:13.877" v="334" actId="1076"/>
          <ac:picMkLst>
            <pc:docMk/>
            <pc:sldMk cId="854672578" sldId="266"/>
            <ac:picMk id="2051" creationId="{716BD1BC-C5B1-515E-8F45-850B4DF77973}"/>
          </ac:picMkLst>
        </pc:picChg>
        <pc:picChg chg="add mod">
          <ac:chgData name="Mayank Sharma" userId="4cba9c93c0a4f770" providerId="LiveId" clId="{0B3338B5-6F67-4D87-85E8-D6E53D860818}" dt="2024-09-21T19:04:38.774" v="993"/>
          <ac:picMkLst>
            <pc:docMk/>
            <pc:sldMk cId="854672578" sldId="266"/>
            <ac:picMk id="2052" creationId="{00DBD99B-F88E-1789-91A1-C1F9C82AA6BF}"/>
          </ac:picMkLst>
        </pc:picChg>
        <pc:picChg chg="add mod">
          <ac:chgData name="Mayank Sharma" userId="4cba9c93c0a4f770" providerId="LiveId" clId="{0B3338B5-6F67-4D87-85E8-D6E53D860818}" dt="2024-09-21T14:53:24.704" v="338" actId="1076"/>
          <ac:picMkLst>
            <pc:docMk/>
            <pc:sldMk cId="854672578" sldId="266"/>
            <ac:picMk id="2053" creationId="{57B12359-95F8-7D3E-7722-EF29FE7188B2}"/>
          </ac:picMkLst>
        </pc:picChg>
        <pc:picChg chg="add del mod">
          <ac:chgData name="Mayank Sharma" userId="4cba9c93c0a4f770" providerId="LiveId" clId="{0B3338B5-6F67-4D87-85E8-D6E53D860818}" dt="2024-09-21T15:06:55.714" v="448" actId="478"/>
          <ac:picMkLst>
            <pc:docMk/>
            <pc:sldMk cId="854672578" sldId="266"/>
            <ac:picMk id="2055" creationId="{68148B31-E47C-4BCC-9D16-D32D0893B610}"/>
          </ac:picMkLst>
        </pc:picChg>
        <pc:picChg chg="add mod">
          <ac:chgData name="Mayank Sharma" userId="4cba9c93c0a4f770" providerId="LiveId" clId="{0B3338B5-6F67-4D87-85E8-D6E53D860818}" dt="2024-09-21T15:13:10.943" v="504" actId="14100"/>
          <ac:picMkLst>
            <pc:docMk/>
            <pc:sldMk cId="854672578" sldId="266"/>
            <ac:picMk id="2057" creationId="{AFFC2907-BAFA-5006-A006-411B35B4A857}"/>
          </ac:picMkLst>
        </pc:picChg>
        <pc:picChg chg="add mod">
          <ac:chgData name="Mayank Sharma" userId="4cba9c93c0a4f770" providerId="LiveId" clId="{0B3338B5-6F67-4D87-85E8-D6E53D860818}" dt="2024-09-21T15:59:05.168" v="568" actId="14100"/>
          <ac:picMkLst>
            <pc:docMk/>
            <pc:sldMk cId="854672578" sldId="266"/>
            <ac:picMk id="2059" creationId="{747DCCD5-8032-9149-5FAE-B5F9CBFE4A3A}"/>
          </ac:picMkLst>
        </pc:picChg>
        <pc:picChg chg="mod">
          <ac:chgData name="Mayank Sharma" userId="4cba9c93c0a4f770" providerId="LiveId" clId="{0B3338B5-6F67-4D87-85E8-D6E53D860818}" dt="2024-09-21T21:36:29.471" v="2421" actId="164"/>
          <ac:picMkLst>
            <pc:docMk/>
            <pc:sldMk cId="854672578" sldId="266"/>
            <ac:picMk id="2060" creationId="{56E57227-64F7-0A88-A669-23CDF013FAA6}"/>
          </ac:picMkLst>
        </pc:picChg>
        <pc:picChg chg="add mod">
          <ac:chgData name="Mayank Sharma" userId="4cba9c93c0a4f770" providerId="LiveId" clId="{0B3338B5-6F67-4D87-85E8-D6E53D860818}" dt="2024-09-21T15:59:40.842" v="573" actId="1076"/>
          <ac:picMkLst>
            <pc:docMk/>
            <pc:sldMk cId="854672578" sldId="266"/>
            <ac:picMk id="2061" creationId="{36DAF679-0727-7613-82D2-EBD97A665E4A}"/>
          </ac:picMkLst>
        </pc:picChg>
        <pc:picChg chg="add mod">
          <ac:chgData name="Mayank Sharma" userId="4cba9c93c0a4f770" providerId="LiveId" clId="{0B3338B5-6F67-4D87-85E8-D6E53D860818}" dt="2024-09-21T18:10:53.918" v="795" actId="1076"/>
          <ac:picMkLst>
            <pc:docMk/>
            <pc:sldMk cId="854672578" sldId="266"/>
            <ac:picMk id="2063" creationId="{FCB9E21B-AFFC-FECC-1C24-029B77212E2C}"/>
          </ac:picMkLst>
        </pc:picChg>
        <pc:picChg chg="add mod">
          <ac:chgData name="Mayank Sharma" userId="4cba9c93c0a4f770" providerId="LiveId" clId="{0B3338B5-6F67-4D87-85E8-D6E53D860818}" dt="2024-09-21T18:13:03.775" v="814" actId="1076"/>
          <ac:picMkLst>
            <pc:docMk/>
            <pc:sldMk cId="854672578" sldId="266"/>
            <ac:picMk id="2065" creationId="{72545F04-4055-E932-B3CA-5F18DECDE280}"/>
          </ac:picMkLst>
        </pc:picChg>
        <pc:picChg chg="add del mod">
          <ac:chgData name="Mayank Sharma" userId="4cba9c93c0a4f770" providerId="LiveId" clId="{0B3338B5-6F67-4D87-85E8-D6E53D860818}" dt="2024-09-21T19:04:15.973" v="988" actId="21"/>
          <ac:picMkLst>
            <pc:docMk/>
            <pc:sldMk cId="854672578" sldId="266"/>
            <ac:picMk id="2067" creationId="{1F3177FE-F3BE-DFF9-0FA9-51DA8327D193}"/>
          </ac:picMkLst>
        </pc:picChg>
        <pc:picChg chg="mod">
          <ac:chgData name="Mayank Sharma" userId="4cba9c93c0a4f770" providerId="LiveId" clId="{0B3338B5-6F67-4D87-85E8-D6E53D860818}" dt="2024-09-21T21:37:00.174" v="2425" actId="164"/>
          <ac:picMkLst>
            <pc:docMk/>
            <pc:sldMk cId="854672578" sldId="266"/>
            <ac:picMk id="2083" creationId="{285B4232-461B-5CB4-424E-5FD6FFA9D7BF}"/>
          </ac:picMkLst>
        </pc:picChg>
        <pc:picChg chg="mod">
          <ac:chgData name="Mayank Sharma" userId="4cba9c93c0a4f770" providerId="LiveId" clId="{0B3338B5-6F67-4D87-85E8-D6E53D860818}" dt="2024-09-21T21:36:29.471" v="2421" actId="164"/>
          <ac:picMkLst>
            <pc:docMk/>
            <pc:sldMk cId="854672578" sldId="266"/>
            <ac:picMk id="2451" creationId="{D4EEDD61-5B0D-AACA-1089-FF24178D39D8}"/>
          </ac:picMkLst>
        </pc:picChg>
        <pc:picChg chg="mod">
          <ac:chgData name="Mayank Sharma" userId="4cba9c93c0a4f770" providerId="LiveId" clId="{0B3338B5-6F67-4D87-85E8-D6E53D860818}" dt="2024-09-21T21:36:29.471" v="2421" actId="164"/>
          <ac:picMkLst>
            <pc:docMk/>
            <pc:sldMk cId="854672578" sldId="266"/>
            <ac:picMk id="2479" creationId="{1B40DA85-CA4E-44A4-F4E6-CC86BFD6651C}"/>
          </ac:picMkLst>
        </pc:picChg>
        <pc:picChg chg="mod">
          <ac:chgData name="Mayank Sharma" userId="4cba9c93c0a4f770" providerId="LiveId" clId="{0B3338B5-6F67-4D87-85E8-D6E53D860818}" dt="2024-09-21T21:36:29.471" v="2421" actId="164"/>
          <ac:picMkLst>
            <pc:docMk/>
            <pc:sldMk cId="854672578" sldId="266"/>
            <ac:picMk id="2644" creationId="{01D42F46-A616-4456-59F8-435CBAD008BC}"/>
          </ac:picMkLst>
        </pc:picChg>
        <pc:cxnChg chg="add mod">
          <ac:chgData name="Mayank Sharma" userId="4cba9c93c0a4f770" providerId="LiveId" clId="{0B3338B5-6F67-4D87-85E8-D6E53D860818}" dt="2024-09-21T14:45:43.207" v="276" actId="14100"/>
          <ac:cxnSpMkLst>
            <pc:docMk/>
            <pc:sldMk cId="854672578" sldId="266"/>
            <ac:cxnSpMk id="5" creationId="{0FB8207B-C4B2-1D62-134E-06274CD748D4}"/>
          </ac:cxnSpMkLst>
        </pc:cxnChg>
        <pc:cxnChg chg="add mod">
          <ac:chgData name="Mayank Sharma" userId="4cba9c93c0a4f770" providerId="LiveId" clId="{0B3338B5-6F67-4D87-85E8-D6E53D860818}" dt="2024-09-21T14:51:15.495" v="323" actId="208"/>
          <ac:cxnSpMkLst>
            <pc:docMk/>
            <pc:sldMk cId="854672578" sldId="266"/>
            <ac:cxnSpMk id="26" creationId="{7D81D14A-5B60-A258-8579-EFCB9BFC2323}"/>
          </ac:cxnSpMkLst>
        </pc:cxnChg>
        <pc:cxnChg chg="add mod">
          <ac:chgData name="Mayank Sharma" userId="4cba9c93c0a4f770" providerId="LiveId" clId="{0B3338B5-6F67-4D87-85E8-D6E53D860818}" dt="2024-09-21T14:53:58.026" v="340" actId="1076"/>
          <ac:cxnSpMkLst>
            <pc:docMk/>
            <pc:sldMk cId="854672578" sldId="266"/>
            <ac:cxnSpMk id="27" creationId="{EF2601AF-6DDF-CE22-F4D4-FAF61519B1BD}"/>
          </ac:cxnSpMkLst>
        </pc:cxnChg>
        <pc:cxnChg chg="add mod">
          <ac:chgData name="Mayank Sharma" userId="4cba9c93c0a4f770" providerId="LiveId" clId="{0B3338B5-6F67-4D87-85E8-D6E53D860818}" dt="2024-09-21T15:56:52.883" v="534" actId="1076"/>
          <ac:cxnSpMkLst>
            <pc:docMk/>
            <pc:sldMk cId="854672578" sldId="266"/>
            <ac:cxnSpMk id="28" creationId="{6ACE98C1-8BC8-24E6-166A-9055CD56BE4B}"/>
          </ac:cxnSpMkLst>
        </pc:cxnChg>
        <pc:cxnChg chg="add mod">
          <ac:chgData name="Mayank Sharma" userId="4cba9c93c0a4f770" providerId="LiveId" clId="{0B3338B5-6F67-4D87-85E8-D6E53D860818}" dt="2024-09-21T15:57:13.082" v="543" actId="14100"/>
          <ac:cxnSpMkLst>
            <pc:docMk/>
            <pc:sldMk cId="854672578" sldId="266"/>
            <ac:cxnSpMk id="39" creationId="{3F111DAF-D7F4-A54C-6CDA-7167FC0867CF}"/>
          </ac:cxnSpMkLst>
        </pc:cxnChg>
        <pc:cxnChg chg="add mod">
          <ac:chgData name="Mayank Sharma" userId="4cba9c93c0a4f770" providerId="LiveId" clId="{0B3338B5-6F67-4D87-85E8-D6E53D860818}" dt="2024-09-21T15:08:27.313" v="460" actId="14100"/>
          <ac:cxnSpMkLst>
            <pc:docMk/>
            <pc:sldMk cId="854672578" sldId="266"/>
            <ac:cxnSpMk id="41" creationId="{5C0BC26F-FA55-D7DD-D74F-25E256AA79DE}"/>
          </ac:cxnSpMkLst>
        </pc:cxnChg>
        <pc:cxnChg chg="add mod">
          <ac:chgData name="Mayank Sharma" userId="4cba9c93c0a4f770" providerId="LiveId" clId="{0B3338B5-6F67-4D87-85E8-D6E53D860818}" dt="2024-09-21T15:09:01.392" v="465" actId="14100"/>
          <ac:cxnSpMkLst>
            <pc:docMk/>
            <pc:sldMk cId="854672578" sldId="266"/>
            <ac:cxnSpMk id="46" creationId="{E1FBD15F-A738-0D80-A7EA-4023C7AC9765}"/>
          </ac:cxnSpMkLst>
        </pc:cxnChg>
        <pc:cxnChg chg="add mod">
          <ac:chgData name="Mayank Sharma" userId="4cba9c93c0a4f770" providerId="LiveId" clId="{0B3338B5-6F67-4D87-85E8-D6E53D860818}" dt="2024-09-21T15:19:58.178" v="511" actId="14100"/>
          <ac:cxnSpMkLst>
            <pc:docMk/>
            <pc:sldMk cId="854672578" sldId="266"/>
            <ac:cxnSpMk id="47" creationId="{990C0F7E-EC97-CFDA-CD0F-7A67068A30AC}"/>
          </ac:cxnSpMkLst>
        </pc:cxnChg>
        <pc:cxnChg chg="add mod">
          <ac:chgData name="Mayank Sharma" userId="4cba9c93c0a4f770" providerId="LiveId" clId="{0B3338B5-6F67-4D87-85E8-D6E53D860818}" dt="2024-09-21T15:59:00.850" v="566" actId="14100"/>
          <ac:cxnSpMkLst>
            <pc:docMk/>
            <pc:sldMk cId="854672578" sldId="266"/>
            <ac:cxnSpMk id="1030" creationId="{0273CF6B-8F8F-D330-3470-148F78618AC1}"/>
          </ac:cxnSpMkLst>
        </pc:cxnChg>
        <pc:cxnChg chg="add mod">
          <ac:chgData name="Mayank Sharma" userId="4cba9c93c0a4f770" providerId="LiveId" clId="{0B3338B5-6F67-4D87-85E8-D6E53D860818}" dt="2024-09-21T18:12:33.738" v="806" actId="14100"/>
          <ac:cxnSpMkLst>
            <pc:docMk/>
            <pc:sldMk cId="854672578" sldId="266"/>
            <ac:cxnSpMk id="1050" creationId="{1705455E-C3F3-B1DD-FF77-CB77ED4A32A4}"/>
          </ac:cxnSpMkLst>
        </pc:cxnChg>
        <pc:cxnChg chg="add mod">
          <ac:chgData name="Mayank Sharma" userId="4cba9c93c0a4f770" providerId="LiveId" clId="{0B3338B5-6F67-4D87-85E8-D6E53D860818}" dt="2024-09-21T18:15:13.109" v="826" actId="164"/>
          <ac:cxnSpMkLst>
            <pc:docMk/>
            <pc:sldMk cId="854672578" sldId="266"/>
            <ac:cxnSpMk id="1055" creationId="{C42AD5AF-DBF7-3C47-51FB-6CDAB540DA61}"/>
          </ac:cxnSpMkLst>
        </pc:cxnChg>
        <pc:cxnChg chg="add mod">
          <ac:chgData name="Mayank Sharma" userId="4cba9c93c0a4f770" providerId="LiveId" clId="{0B3338B5-6F67-4D87-85E8-D6E53D860818}" dt="2024-09-21T18:15:13.109" v="826" actId="164"/>
          <ac:cxnSpMkLst>
            <pc:docMk/>
            <pc:sldMk cId="854672578" sldId="266"/>
            <ac:cxnSpMk id="1056" creationId="{CB44DAEB-111A-1B0B-F151-935E211068C3}"/>
          </ac:cxnSpMkLst>
        </pc:cxnChg>
        <pc:cxnChg chg="mod">
          <ac:chgData name="Mayank Sharma" userId="4cba9c93c0a4f770" providerId="LiveId" clId="{0B3338B5-6F67-4D87-85E8-D6E53D860818}" dt="2024-09-21T18:16:16.739" v="843" actId="478"/>
          <ac:cxnSpMkLst>
            <pc:docMk/>
            <pc:sldMk cId="854672578" sldId="266"/>
            <ac:cxnSpMk id="1062" creationId="{62A6AAA5-D621-65AB-F794-BEBB750DF1BD}"/>
          </ac:cxnSpMkLst>
        </pc:cxnChg>
        <pc:cxnChg chg="del mod">
          <ac:chgData name="Mayank Sharma" userId="4cba9c93c0a4f770" providerId="LiveId" clId="{0B3338B5-6F67-4D87-85E8-D6E53D860818}" dt="2024-09-21T18:16:15.038" v="842" actId="478"/>
          <ac:cxnSpMkLst>
            <pc:docMk/>
            <pc:sldMk cId="854672578" sldId="266"/>
            <ac:cxnSpMk id="1063" creationId="{A05AC7E0-F185-B3F1-AEA1-90E0C5F141A4}"/>
          </ac:cxnSpMkLst>
        </pc:cxnChg>
        <pc:cxnChg chg="add mod">
          <ac:chgData name="Mayank Sharma" userId="4cba9c93c0a4f770" providerId="LiveId" clId="{0B3338B5-6F67-4D87-85E8-D6E53D860818}" dt="2024-09-21T18:17:17.963" v="858" actId="1076"/>
          <ac:cxnSpMkLst>
            <pc:docMk/>
            <pc:sldMk cId="854672578" sldId="266"/>
            <ac:cxnSpMk id="1065" creationId="{AC6E5AE8-3870-D4D0-B735-AF7FCC8FA260}"/>
          </ac:cxnSpMkLst>
        </pc:cxnChg>
        <pc:cxnChg chg="add mod">
          <ac:chgData name="Mayank Sharma" userId="4cba9c93c0a4f770" providerId="LiveId" clId="{0B3338B5-6F67-4D87-85E8-D6E53D860818}" dt="2024-09-21T18:18:13.532" v="867" actId="1076"/>
          <ac:cxnSpMkLst>
            <pc:docMk/>
            <pc:sldMk cId="854672578" sldId="266"/>
            <ac:cxnSpMk id="1067" creationId="{044093A1-32D5-81A6-AD50-1B82D8445937}"/>
          </ac:cxnSpMkLst>
        </pc:cxnChg>
        <pc:cxnChg chg="add mod">
          <ac:chgData name="Mayank Sharma" userId="4cba9c93c0a4f770" providerId="LiveId" clId="{0B3338B5-6F67-4D87-85E8-D6E53D860818}" dt="2024-09-21T18:21:03.040" v="900" actId="1076"/>
          <ac:cxnSpMkLst>
            <pc:docMk/>
            <pc:sldMk cId="854672578" sldId="266"/>
            <ac:cxnSpMk id="1074" creationId="{96F53FBF-1B90-BA15-C9E5-C030A45E7AD5}"/>
          </ac:cxnSpMkLst>
        </pc:cxnChg>
        <pc:cxnChg chg="add mod">
          <ac:chgData name="Mayank Sharma" userId="4cba9c93c0a4f770" providerId="LiveId" clId="{0B3338B5-6F67-4D87-85E8-D6E53D860818}" dt="2024-09-21T18:21:30.522" v="908" actId="1076"/>
          <ac:cxnSpMkLst>
            <pc:docMk/>
            <pc:sldMk cId="854672578" sldId="266"/>
            <ac:cxnSpMk id="1076" creationId="{D52C3845-E3DA-89C6-C0B4-A27AB3E70275}"/>
          </ac:cxnSpMkLst>
        </pc:cxnChg>
        <pc:cxnChg chg="add mod">
          <ac:chgData name="Mayank Sharma" userId="4cba9c93c0a4f770" providerId="LiveId" clId="{0B3338B5-6F67-4D87-85E8-D6E53D860818}" dt="2024-09-21T18:23:51.215" v="926" actId="1076"/>
          <ac:cxnSpMkLst>
            <pc:docMk/>
            <pc:sldMk cId="854672578" sldId="266"/>
            <ac:cxnSpMk id="1082" creationId="{D3D50DFE-F856-6772-1484-22D3EA1B5C79}"/>
          </ac:cxnSpMkLst>
        </pc:cxnChg>
        <pc:cxnChg chg="add mod">
          <ac:chgData name="Mayank Sharma" userId="4cba9c93c0a4f770" providerId="LiveId" clId="{0B3338B5-6F67-4D87-85E8-D6E53D860818}" dt="2024-09-21T18:24:02.597" v="929" actId="14100"/>
          <ac:cxnSpMkLst>
            <pc:docMk/>
            <pc:sldMk cId="854672578" sldId="266"/>
            <ac:cxnSpMk id="1085" creationId="{25CCF0B2-C499-1ADD-5EE7-ED618826BAAA}"/>
          </ac:cxnSpMkLst>
        </pc:cxnChg>
      </pc:sldChg>
      <pc:sldChg chg="addSp delSp modSp mod setBg">
        <pc:chgData name="Mayank Sharma" userId="4cba9c93c0a4f770" providerId="LiveId" clId="{0B3338B5-6F67-4D87-85E8-D6E53D860818}" dt="2024-09-21T22:09:00.835" v="2694" actId="1582"/>
        <pc:sldMkLst>
          <pc:docMk/>
          <pc:sldMk cId="3908709445" sldId="267"/>
        </pc:sldMkLst>
        <pc:spChg chg="mod">
          <ac:chgData name="Mayank Sharma" userId="4cba9c93c0a4f770" providerId="LiveId" clId="{0B3338B5-6F67-4D87-85E8-D6E53D860818}" dt="2024-09-21T20:24:43.859" v="1712" actId="20577"/>
          <ac:spMkLst>
            <pc:docMk/>
            <pc:sldMk cId="3908709445" sldId="267"/>
            <ac:spMk id="6" creationId="{33329375-E735-0FC8-F21B-D95D9A9C2341}"/>
          </ac:spMkLst>
        </pc:spChg>
        <pc:spChg chg="add mod">
          <ac:chgData name="Mayank Sharma" userId="4cba9c93c0a4f770" providerId="LiveId" clId="{0B3338B5-6F67-4D87-85E8-D6E53D860818}" dt="2024-09-21T19:47:40.918" v="1319" actId="207"/>
          <ac:spMkLst>
            <pc:docMk/>
            <pc:sldMk cId="3908709445" sldId="267"/>
            <ac:spMk id="16" creationId="{39AEAFFB-96EE-CEF3-039D-DABC81F3F2A4}"/>
          </ac:spMkLst>
        </pc:spChg>
        <pc:spChg chg="add mod">
          <ac:chgData name="Mayank Sharma" userId="4cba9c93c0a4f770" providerId="LiveId" clId="{0B3338B5-6F67-4D87-85E8-D6E53D860818}" dt="2024-09-21T21:28:53.729" v="2394" actId="207"/>
          <ac:spMkLst>
            <pc:docMk/>
            <pc:sldMk cId="3908709445" sldId="267"/>
            <ac:spMk id="18" creationId="{95D72083-0087-C256-EAB8-BC08AA17E46E}"/>
          </ac:spMkLst>
        </pc:spChg>
        <pc:spChg chg="add mod">
          <ac:chgData name="Mayank Sharma" userId="4cba9c93c0a4f770" providerId="LiveId" clId="{0B3338B5-6F67-4D87-85E8-D6E53D860818}" dt="2024-09-21T19:47:51.664" v="1322" actId="20577"/>
          <ac:spMkLst>
            <pc:docMk/>
            <pc:sldMk cId="3908709445" sldId="267"/>
            <ac:spMk id="19" creationId="{988438F8-654D-2A97-6F56-7525993B9FCA}"/>
          </ac:spMkLst>
        </pc:spChg>
        <pc:spChg chg="add mod">
          <ac:chgData name="Mayank Sharma" userId="4cba9c93c0a4f770" providerId="LiveId" clId="{0B3338B5-6F67-4D87-85E8-D6E53D860818}" dt="2024-09-21T19:34:27.511" v="1157" actId="1076"/>
          <ac:spMkLst>
            <pc:docMk/>
            <pc:sldMk cId="3908709445" sldId="267"/>
            <ac:spMk id="21" creationId="{6D0C6360-17BA-49AB-A7CF-A148ED38F456}"/>
          </ac:spMkLst>
        </pc:spChg>
        <pc:spChg chg="add mod">
          <ac:chgData name="Mayank Sharma" userId="4cba9c93c0a4f770" providerId="LiveId" clId="{0B3338B5-6F67-4D87-85E8-D6E53D860818}" dt="2024-09-21T19:34:04.461" v="1147" actId="14100"/>
          <ac:spMkLst>
            <pc:docMk/>
            <pc:sldMk cId="3908709445" sldId="267"/>
            <ac:spMk id="23" creationId="{7E6076D0-A934-A1F2-EEEB-7F9217BE6091}"/>
          </ac:spMkLst>
        </pc:spChg>
        <pc:spChg chg="add mod">
          <ac:chgData name="Mayank Sharma" userId="4cba9c93c0a4f770" providerId="LiveId" clId="{0B3338B5-6F67-4D87-85E8-D6E53D860818}" dt="2024-09-21T19:48:15.092" v="1325" actId="1076"/>
          <ac:spMkLst>
            <pc:docMk/>
            <pc:sldMk cId="3908709445" sldId="267"/>
            <ac:spMk id="25" creationId="{FAE8A0B5-1333-619A-C0D5-BDBBAA42F46A}"/>
          </ac:spMkLst>
        </pc:spChg>
        <pc:spChg chg="add mod">
          <ac:chgData name="Mayank Sharma" userId="4cba9c93c0a4f770" providerId="LiveId" clId="{0B3338B5-6F67-4D87-85E8-D6E53D860818}" dt="2024-09-21T19:47:57.970" v="1323" actId="1076"/>
          <ac:spMkLst>
            <pc:docMk/>
            <pc:sldMk cId="3908709445" sldId="267"/>
            <ac:spMk id="26" creationId="{D58A1BE6-DBE4-96DC-05E9-C4C574B35FE9}"/>
          </ac:spMkLst>
        </pc:spChg>
        <pc:spChg chg="add mod">
          <ac:chgData name="Mayank Sharma" userId="4cba9c93c0a4f770" providerId="LiveId" clId="{0B3338B5-6F67-4D87-85E8-D6E53D860818}" dt="2024-09-21T19:47:48.872" v="1321" actId="207"/>
          <ac:spMkLst>
            <pc:docMk/>
            <pc:sldMk cId="3908709445" sldId="267"/>
            <ac:spMk id="27" creationId="{88EC56A5-E935-B073-71DE-6677023F2CE8}"/>
          </ac:spMkLst>
        </pc:spChg>
        <pc:spChg chg="add">
          <ac:chgData name="Mayank Sharma" userId="4cba9c93c0a4f770" providerId="LiveId" clId="{0B3338B5-6F67-4D87-85E8-D6E53D860818}" dt="2024-09-21T19:42:39.761" v="1252"/>
          <ac:spMkLst>
            <pc:docMk/>
            <pc:sldMk cId="3908709445" sldId="267"/>
            <ac:spMk id="28" creationId="{3873970B-0C2B-FDD4-A2A6-4F51542973EA}"/>
          </ac:spMkLst>
        </pc:spChg>
        <pc:spChg chg="add del mod">
          <ac:chgData name="Mayank Sharma" userId="4cba9c93c0a4f770" providerId="LiveId" clId="{0B3338B5-6F67-4D87-85E8-D6E53D860818}" dt="2024-09-21T19:45:22.095" v="1293" actId="478"/>
          <ac:spMkLst>
            <pc:docMk/>
            <pc:sldMk cId="3908709445" sldId="267"/>
            <ac:spMk id="29" creationId="{C91D7EA9-32C9-49CD-71A8-75C0B3AE5D0B}"/>
          </ac:spMkLst>
        </pc:spChg>
        <pc:spChg chg="add mod">
          <ac:chgData name="Mayank Sharma" userId="4cba9c93c0a4f770" providerId="LiveId" clId="{0B3338B5-6F67-4D87-85E8-D6E53D860818}" dt="2024-09-21T19:45:10.595" v="1289" actId="1076"/>
          <ac:spMkLst>
            <pc:docMk/>
            <pc:sldMk cId="3908709445" sldId="267"/>
            <ac:spMk id="32" creationId="{1400D9B7-08E5-295C-AB4A-DBED107A0EB8}"/>
          </ac:spMkLst>
        </pc:spChg>
        <pc:spChg chg="add mod">
          <ac:chgData name="Mayank Sharma" userId="4cba9c93c0a4f770" providerId="LiveId" clId="{0B3338B5-6F67-4D87-85E8-D6E53D860818}" dt="2024-09-21T19:46:48.515" v="1304" actId="1076"/>
          <ac:spMkLst>
            <pc:docMk/>
            <pc:sldMk cId="3908709445" sldId="267"/>
            <ac:spMk id="34" creationId="{53AB156E-961F-E6BB-DDDF-B40A140004A8}"/>
          </ac:spMkLst>
        </pc:spChg>
        <pc:spChg chg="add mod">
          <ac:chgData name="Mayank Sharma" userId="4cba9c93c0a4f770" providerId="LiveId" clId="{0B3338B5-6F67-4D87-85E8-D6E53D860818}" dt="2024-09-21T19:45:57.331" v="1302" actId="1076"/>
          <ac:spMkLst>
            <pc:docMk/>
            <pc:sldMk cId="3908709445" sldId="267"/>
            <ac:spMk id="36" creationId="{4B8D3A42-2CE1-1CEE-5491-47D73A49A80B}"/>
          </ac:spMkLst>
        </pc:spChg>
        <pc:spChg chg="add mod">
          <ac:chgData name="Mayank Sharma" userId="4cba9c93c0a4f770" providerId="LiveId" clId="{0B3338B5-6F67-4D87-85E8-D6E53D860818}" dt="2024-09-21T21:29:27.924" v="2397" actId="207"/>
          <ac:spMkLst>
            <pc:docMk/>
            <pc:sldMk cId="3908709445" sldId="267"/>
            <ac:spMk id="46" creationId="{05AD5605-8B16-DC7A-5B04-B1AE76716529}"/>
          </ac:spMkLst>
        </pc:spChg>
        <pc:spChg chg="add del mod">
          <ac:chgData name="Mayank Sharma" userId="4cba9c93c0a4f770" providerId="LiveId" clId="{0B3338B5-6F67-4D87-85E8-D6E53D860818}" dt="2024-09-21T20:04:38.649" v="1446" actId="478"/>
          <ac:spMkLst>
            <pc:docMk/>
            <pc:sldMk cId="3908709445" sldId="267"/>
            <ac:spMk id="48" creationId="{B22899AE-4595-8BFE-A2DF-DF714D9EBDBE}"/>
          </ac:spMkLst>
        </pc:spChg>
        <pc:spChg chg="add mod">
          <ac:chgData name="Mayank Sharma" userId="4cba9c93c0a4f770" providerId="LiveId" clId="{0B3338B5-6F67-4D87-85E8-D6E53D860818}" dt="2024-09-21T19:58:50.419" v="1382" actId="14100"/>
          <ac:spMkLst>
            <pc:docMk/>
            <pc:sldMk cId="3908709445" sldId="267"/>
            <ac:spMk id="49" creationId="{82B6B029-8B2F-6F41-13D2-84A521236EF1}"/>
          </ac:spMkLst>
        </pc:spChg>
        <pc:spChg chg="add mod">
          <ac:chgData name="Mayank Sharma" userId="4cba9c93c0a4f770" providerId="LiveId" clId="{0B3338B5-6F67-4D87-85E8-D6E53D860818}" dt="2024-09-21T20:15:22.560" v="1586" actId="1076"/>
          <ac:spMkLst>
            <pc:docMk/>
            <pc:sldMk cId="3908709445" sldId="267"/>
            <ac:spMk id="51" creationId="{A8DF798F-8F6B-38C6-37E9-B4342E12D572}"/>
          </ac:spMkLst>
        </pc:spChg>
        <pc:spChg chg="add del mod">
          <ac:chgData name="Mayank Sharma" userId="4cba9c93c0a4f770" providerId="LiveId" clId="{0B3338B5-6F67-4D87-85E8-D6E53D860818}" dt="2024-09-21T20:00:27.006" v="1399" actId="22"/>
          <ac:spMkLst>
            <pc:docMk/>
            <pc:sldMk cId="3908709445" sldId="267"/>
            <ac:spMk id="53" creationId="{01B1FCAF-18F3-B6DF-A670-332C6BBF3C64}"/>
          </ac:spMkLst>
        </pc:spChg>
        <pc:spChg chg="add mod">
          <ac:chgData name="Mayank Sharma" userId="4cba9c93c0a4f770" providerId="LiveId" clId="{0B3338B5-6F67-4D87-85E8-D6E53D860818}" dt="2024-09-21T20:15:47.893" v="1597" actId="1076"/>
          <ac:spMkLst>
            <pc:docMk/>
            <pc:sldMk cId="3908709445" sldId="267"/>
            <ac:spMk id="55" creationId="{98492B8B-F506-BF14-38DF-592196808BCC}"/>
          </ac:spMkLst>
        </pc:spChg>
        <pc:spChg chg="add mod">
          <ac:chgData name="Mayank Sharma" userId="4cba9c93c0a4f770" providerId="LiveId" clId="{0B3338B5-6F67-4D87-85E8-D6E53D860818}" dt="2024-09-21T20:15:25.579" v="1587" actId="1076"/>
          <ac:spMkLst>
            <pc:docMk/>
            <pc:sldMk cId="3908709445" sldId="267"/>
            <ac:spMk id="57" creationId="{89035B8E-359E-E5F9-5297-6F6D86E0E5F6}"/>
          </ac:spMkLst>
        </pc:spChg>
        <pc:spChg chg="add mod">
          <ac:chgData name="Mayank Sharma" userId="4cba9c93c0a4f770" providerId="LiveId" clId="{0B3338B5-6F67-4D87-85E8-D6E53D860818}" dt="2024-09-21T21:28:34.462" v="2393" actId="1076"/>
          <ac:spMkLst>
            <pc:docMk/>
            <pc:sldMk cId="3908709445" sldId="267"/>
            <ac:spMk id="58" creationId="{1E5896B5-C2AA-9AE7-8C4F-C5ED266A02C2}"/>
          </ac:spMkLst>
        </pc:spChg>
        <pc:spChg chg="add">
          <ac:chgData name="Mayank Sharma" userId="4cba9c93c0a4f770" providerId="LiveId" clId="{0B3338B5-6F67-4D87-85E8-D6E53D860818}" dt="2024-09-21T20:07:59.885" v="1470"/>
          <ac:spMkLst>
            <pc:docMk/>
            <pc:sldMk cId="3908709445" sldId="267"/>
            <ac:spMk id="59" creationId="{758F426F-3831-BDE8-772C-2DA9E5BC9284}"/>
          </ac:spMkLst>
        </pc:spChg>
        <pc:spChg chg="add del mod">
          <ac:chgData name="Mayank Sharma" userId="4cba9c93c0a4f770" providerId="LiveId" clId="{0B3338B5-6F67-4D87-85E8-D6E53D860818}" dt="2024-09-21T20:24:46.861" v="1713" actId="478"/>
          <ac:spMkLst>
            <pc:docMk/>
            <pc:sldMk cId="3908709445" sldId="267"/>
            <ac:spMk id="60" creationId="{92DBD5EE-6CB9-CC18-55F3-6FCD8DC39A9A}"/>
          </ac:spMkLst>
        </pc:spChg>
        <pc:spChg chg="add del mod">
          <ac:chgData name="Mayank Sharma" userId="4cba9c93c0a4f770" providerId="LiveId" clId="{0B3338B5-6F67-4D87-85E8-D6E53D860818}" dt="2024-09-21T20:08:21.572" v="1478" actId="478"/>
          <ac:spMkLst>
            <pc:docMk/>
            <pc:sldMk cId="3908709445" sldId="267"/>
            <ac:spMk id="61" creationId="{F7D86F46-C0C4-F50A-FF93-836A098F5A8B}"/>
          </ac:spMkLst>
        </pc:spChg>
        <pc:spChg chg="add del mod">
          <ac:chgData name="Mayank Sharma" userId="4cba9c93c0a4f770" providerId="LiveId" clId="{0B3338B5-6F67-4D87-85E8-D6E53D860818}" dt="2024-09-21T20:24:12.505" v="1701" actId="478"/>
          <ac:spMkLst>
            <pc:docMk/>
            <pc:sldMk cId="3908709445" sldId="267"/>
            <ac:spMk id="62" creationId="{59EBA3CB-14E4-3D09-494F-69105250445D}"/>
          </ac:spMkLst>
        </pc:spChg>
        <pc:spChg chg="add mod">
          <ac:chgData name="Mayank Sharma" userId="4cba9c93c0a4f770" providerId="LiveId" clId="{0B3338B5-6F67-4D87-85E8-D6E53D860818}" dt="2024-09-21T20:41:33.058" v="1844" actId="1076"/>
          <ac:spMkLst>
            <pc:docMk/>
            <pc:sldMk cId="3908709445" sldId="267"/>
            <ac:spMk id="1024" creationId="{2C6E1DD2-329B-B8B9-41BE-ED5631908AE1}"/>
          </ac:spMkLst>
        </pc:spChg>
        <pc:spChg chg="add mod">
          <ac:chgData name="Mayank Sharma" userId="4cba9c93c0a4f770" providerId="LiveId" clId="{0B3338B5-6F67-4D87-85E8-D6E53D860818}" dt="2024-09-21T20:41:33.058" v="1844" actId="1076"/>
          <ac:spMkLst>
            <pc:docMk/>
            <pc:sldMk cId="3908709445" sldId="267"/>
            <ac:spMk id="1027" creationId="{99DFF814-DB63-C8F3-99EA-BADF50180A2F}"/>
          </ac:spMkLst>
        </pc:spChg>
        <pc:spChg chg="add mod">
          <ac:chgData name="Mayank Sharma" userId="4cba9c93c0a4f770" providerId="LiveId" clId="{0B3338B5-6F67-4D87-85E8-D6E53D860818}" dt="2024-09-21T20:41:33.058" v="1844" actId="1076"/>
          <ac:spMkLst>
            <pc:docMk/>
            <pc:sldMk cId="3908709445" sldId="267"/>
            <ac:spMk id="1029" creationId="{F549FF90-6420-FE8C-155C-59E0FB760533}"/>
          </ac:spMkLst>
        </pc:spChg>
        <pc:spChg chg="add del mod">
          <ac:chgData name="Mayank Sharma" userId="4cba9c93c0a4f770" providerId="LiveId" clId="{0B3338B5-6F67-4D87-85E8-D6E53D860818}" dt="2024-09-21T20:32:10.607" v="1783" actId="478"/>
          <ac:spMkLst>
            <pc:docMk/>
            <pc:sldMk cId="3908709445" sldId="267"/>
            <ac:spMk id="1030" creationId="{CACBE9CF-F69B-7EAE-61EC-729246C36A93}"/>
          </ac:spMkLst>
        </pc:spChg>
        <pc:spChg chg="add mod">
          <ac:chgData name="Mayank Sharma" userId="4cba9c93c0a4f770" providerId="LiveId" clId="{0B3338B5-6F67-4D87-85E8-D6E53D860818}" dt="2024-09-21T20:31:56.646" v="1781" actId="1076"/>
          <ac:spMkLst>
            <pc:docMk/>
            <pc:sldMk cId="3908709445" sldId="267"/>
            <ac:spMk id="1031" creationId="{C751A40D-CD05-CB0A-F363-475004D6B137}"/>
          </ac:spMkLst>
        </pc:spChg>
        <pc:spChg chg="add mod">
          <ac:chgData name="Mayank Sharma" userId="4cba9c93c0a4f770" providerId="LiveId" clId="{0B3338B5-6F67-4D87-85E8-D6E53D860818}" dt="2024-09-21T21:29:51.470" v="2400" actId="1076"/>
          <ac:spMkLst>
            <pc:docMk/>
            <pc:sldMk cId="3908709445" sldId="267"/>
            <ac:spMk id="1034" creationId="{90638BE1-9B37-493B-7DCD-56F56F682AD3}"/>
          </ac:spMkLst>
        </pc:spChg>
        <pc:spChg chg="add mod">
          <ac:chgData name="Mayank Sharma" userId="4cba9c93c0a4f770" providerId="LiveId" clId="{0B3338B5-6F67-4D87-85E8-D6E53D860818}" dt="2024-09-21T21:02:05.190" v="2042" actId="1582"/>
          <ac:spMkLst>
            <pc:docMk/>
            <pc:sldMk cId="3908709445" sldId="267"/>
            <ac:spMk id="1035" creationId="{0E6924C9-8ECA-04CD-D266-EE93DB48DCFF}"/>
          </ac:spMkLst>
        </pc:spChg>
        <pc:spChg chg="add mod">
          <ac:chgData name="Mayank Sharma" userId="4cba9c93c0a4f770" providerId="LiveId" clId="{0B3338B5-6F67-4D87-85E8-D6E53D860818}" dt="2024-09-21T20:41:33.058" v="1844" actId="1076"/>
          <ac:spMkLst>
            <pc:docMk/>
            <pc:sldMk cId="3908709445" sldId="267"/>
            <ac:spMk id="1037" creationId="{4C851AD4-A970-D1B8-9E66-21073647BA15}"/>
          </ac:spMkLst>
        </pc:spChg>
        <pc:spChg chg="add mod">
          <ac:chgData name="Mayank Sharma" userId="4cba9c93c0a4f770" providerId="LiveId" clId="{0B3338B5-6F67-4D87-85E8-D6E53D860818}" dt="2024-09-21T21:22:09.072" v="2382" actId="1076"/>
          <ac:spMkLst>
            <pc:docMk/>
            <pc:sldMk cId="3908709445" sldId="267"/>
            <ac:spMk id="1039" creationId="{4B2D3B89-4853-7F48-99D8-3A18D06889EA}"/>
          </ac:spMkLst>
        </pc:spChg>
        <pc:spChg chg="add">
          <ac:chgData name="Mayank Sharma" userId="4cba9c93c0a4f770" providerId="LiveId" clId="{0B3338B5-6F67-4D87-85E8-D6E53D860818}" dt="2024-09-21T20:50:11.501" v="1908"/>
          <ac:spMkLst>
            <pc:docMk/>
            <pc:sldMk cId="3908709445" sldId="267"/>
            <ac:spMk id="1040" creationId="{7AFAA2FB-84DE-ACC3-A8B5-E5E6614CC844}"/>
          </ac:spMkLst>
        </pc:spChg>
        <pc:spChg chg="add del mod">
          <ac:chgData name="Mayank Sharma" userId="4cba9c93c0a4f770" providerId="LiveId" clId="{0B3338B5-6F67-4D87-85E8-D6E53D860818}" dt="2024-09-21T21:20:23.555" v="2375" actId="1076"/>
          <ac:spMkLst>
            <pc:docMk/>
            <pc:sldMk cId="3908709445" sldId="267"/>
            <ac:spMk id="1041" creationId="{1B48078B-7FF1-0BB4-1EBB-AF308B6C06AE}"/>
          </ac:spMkLst>
        </pc:spChg>
        <pc:spChg chg="add mod">
          <ac:chgData name="Mayank Sharma" userId="4cba9c93c0a4f770" providerId="LiveId" clId="{0B3338B5-6F67-4D87-85E8-D6E53D860818}" dt="2024-09-21T21:20:20.998" v="2374" actId="1076"/>
          <ac:spMkLst>
            <pc:docMk/>
            <pc:sldMk cId="3908709445" sldId="267"/>
            <ac:spMk id="1042" creationId="{134C07FD-2B76-C84C-6CB6-FBFA89F018C4}"/>
          </ac:spMkLst>
        </pc:spChg>
        <pc:spChg chg="add mod">
          <ac:chgData name="Mayank Sharma" userId="4cba9c93c0a4f770" providerId="LiveId" clId="{0B3338B5-6F67-4D87-85E8-D6E53D860818}" dt="2024-09-21T21:20:29.898" v="2376" actId="1076"/>
          <ac:spMkLst>
            <pc:docMk/>
            <pc:sldMk cId="3908709445" sldId="267"/>
            <ac:spMk id="1043" creationId="{09489178-2A15-658E-FDC5-ED75B539EE6B}"/>
          </ac:spMkLst>
        </pc:spChg>
        <pc:spChg chg="add mod">
          <ac:chgData name="Mayank Sharma" userId="4cba9c93c0a4f770" providerId="LiveId" clId="{0B3338B5-6F67-4D87-85E8-D6E53D860818}" dt="2024-09-21T21:20:32.969" v="2377" actId="1076"/>
          <ac:spMkLst>
            <pc:docMk/>
            <pc:sldMk cId="3908709445" sldId="267"/>
            <ac:spMk id="1044" creationId="{795E3709-7BEA-B62A-2D5B-1704FF3E7900}"/>
          </ac:spMkLst>
        </pc:spChg>
        <pc:spChg chg="add">
          <ac:chgData name="Mayank Sharma" userId="4cba9c93c0a4f770" providerId="LiveId" clId="{0B3338B5-6F67-4D87-85E8-D6E53D860818}" dt="2024-09-21T21:00:43.705" v="2015"/>
          <ac:spMkLst>
            <pc:docMk/>
            <pc:sldMk cId="3908709445" sldId="267"/>
            <ac:spMk id="1056" creationId="{D1350BD3-A99A-F5B2-9A7B-D72DA6D92AE4}"/>
          </ac:spMkLst>
        </pc:spChg>
        <pc:spChg chg="add mod">
          <ac:chgData name="Mayank Sharma" userId="4cba9c93c0a4f770" providerId="LiveId" clId="{0B3338B5-6F67-4D87-85E8-D6E53D860818}" dt="2024-09-21T21:01:33.632" v="2041" actId="20577"/>
          <ac:spMkLst>
            <pc:docMk/>
            <pc:sldMk cId="3908709445" sldId="267"/>
            <ac:spMk id="1057" creationId="{D660F8C2-FF28-1ED7-4352-EAE9A1A70BD4}"/>
          </ac:spMkLst>
        </pc:spChg>
        <pc:spChg chg="add">
          <ac:chgData name="Mayank Sharma" userId="4cba9c93c0a4f770" providerId="LiveId" clId="{0B3338B5-6F67-4D87-85E8-D6E53D860818}" dt="2024-09-21T21:02:43.865" v="2044"/>
          <ac:spMkLst>
            <pc:docMk/>
            <pc:sldMk cId="3908709445" sldId="267"/>
            <ac:spMk id="1058" creationId="{2F0ABA8C-2D88-32C3-5529-AFC0B1FB030C}"/>
          </ac:spMkLst>
        </pc:spChg>
        <pc:spChg chg="add del mod">
          <ac:chgData name="Mayank Sharma" userId="4cba9c93c0a4f770" providerId="LiveId" clId="{0B3338B5-6F67-4D87-85E8-D6E53D860818}" dt="2024-09-21T21:02:56.640" v="2050"/>
          <ac:spMkLst>
            <pc:docMk/>
            <pc:sldMk cId="3908709445" sldId="267"/>
            <ac:spMk id="1059" creationId="{F45013E1-65D3-81A6-2A13-9D2607DD37D7}"/>
          </ac:spMkLst>
        </pc:spChg>
        <pc:spChg chg="add del mod">
          <ac:chgData name="Mayank Sharma" userId="4cba9c93c0a4f770" providerId="LiveId" clId="{0B3338B5-6F67-4D87-85E8-D6E53D860818}" dt="2024-09-21T21:02:56.636" v="2048" actId="478"/>
          <ac:spMkLst>
            <pc:docMk/>
            <pc:sldMk cId="3908709445" sldId="267"/>
            <ac:spMk id="1060" creationId="{A75E6069-F6E1-4D74-9DA8-570F7D4A51ED}"/>
          </ac:spMkLst>
        </pc:spChg>
        <pc:spChg chg="add mod">
          <ac:chgData name="Mayank Sharma" userId="4cba9c93c0a4f770" providerId="LiveId" clId="{0B3338B5-6F67-4D87-85E8-D6E53D860818}" dt="2024-09-21T21:03:32.920" v="2074" actId="20577"/>
          <ac:spMkLst>
            <pc:docMk/>
            <pc:sldMk cId="3908709445" sldId="267"/>
            <ac:spMk id="1061" creationId="{3E0DF31F-8141-F9B5-9614-CBF8539E5467}"/>
          </ac:spMkLst>
        </pc:spChg>
        <pc:spChg chg="add del mod">
          <ac:chgData name="Mayank Sharma" userId="4cba9c93c0a4f770" providerId="LiveId" clId="{0B3338B5-6F67-4D87-85E8-D6E53D860818}" dt="2024-09-21T21:04:46.542" v="2103"/>
          <ac:spMkLst>
            <pc:docMk/>
            <pc:sldMk cId="3908709445" sldId="267"/>
            <ac:spMk id="1062" creationId="{726B1D68-2AE5-0E2E-5FE9-2991C0F7E47B}"/>
          </ac:spMkLst>
        </pc:spChg>
        <pc:spChg chg="add mod">
          <ac:chgData name="Mayank Sharma" userId="4cba9c93c0a4f770" providerId="LiveId" clId="{0B3338B5-6F67-4D87-85E8-D6E53D860818}" dt="2024-09-21T21:04:45.618" v="2101" actId="1076"/>
          <ac:spMkLst>
            <pc:docMk/>
            <pc:sldMk cId="3908709445" sldId="267"/>
            <ac:spMk id="1063" creationId="{6F8166FA-5622-3E9D-190D-03081A61277A}"/>
          </ac:spMkLst>
        </pc:spChg>
        <pc:spChg chg="add mod">
          <ac:chgData name="Mayank Sharma" userId="4cba9c93c0a4f770" providerId="LiveId" clId="{0B3338B5-6F67-4D87-85E8-D6E53D860818}" dt="2024-09-21T21:24:06.273" v="2388" actId="1076"/>
          <ac:spMkLst>
            <pc:docMk/>
            <pc:sldMk cId="3908709445" sldId="267"/>
            <ac:spMk id="1064" creationId="{712E1B2E-F141-C7D1-1297-30D3B2346BC1}"/>
          </ac:spMkLst>
        </pc:spChg>
        <pc:spChg chg="add del mod">
          <ac:chgData name="Mayank Sharma" userId="4cba9c93c0a4f770" providerId="LiveId" clId="{0B3338B5-6F67-4D87-85E8-D6E53D860818}" dt="2024-09-21T21:05:56.015" v="2131"/>
          <ac:spMkLst>
            <pc:docMk/>
            <pc:sldMk cId="3908709445" sldId="267"/>
            <ac:spMk id="1065" creationId="{4665A556-D055-B9B1-8B92-271962A77FA4}"/>
          </ac:spMkLst>
        </pc:spChg>
        <pc:spChg chg="add del mod">
          <ac:chgData name="Mayank Sharma" userId="4cba9c93c0a4f770" providerId="LiveId" clId="{0B3338B5-6F67-4D87-85E8-D6E53D860818}" dt="2024-09-21T21:09:31.874" v="2179" actId="478"/>
          <ac:spMkLst>
            <pc:docMk/>
            <pc:sldMk cId="3908709445" sldId="267"/>
            <ac:spMk id="1066" creationId="{A1F2654D-2201-66D1-AA43-052F3352520E}"/>
          </ac:spMkLst>
        </pc:spChg>
        <pc:spChg chg="add mod">
          <ac:chgData name="Mayank Sharma" userId="4cba9c93c0a4f770" providerId="LiveId" clId="{0B3338B5-6F67-4D87-85E8-D6E53D860818}" dt="2024-09-21T21:07:38.780" v="2153" actId="1076"/>
          <ac:spMkLst>
            <pc:docMk/>
            <pc:sldMk cId="3908709445" sldId="267"/>
            <ac:spMk id="1067" creationId="{9CE8B8BD-6327-AE55-7BB1-E2BFA6F2E3E9}"/>
          </ac:spMkLst>
        </pc:spChg>
        <pc:spChg chg="add mod">
          <ac:chgData name="Mayank Sharma" userId="4cba9c93c0a4f770" providerId="LiveId" clId="{0B3338B5-6F67-4D87-85E8-D6E53D860818}" dt="2024-09-21T21:08:22.242" v="2162" actId="1076"/>
          <ac:spMkLst>
            <pc:docMk/>
            <pc:sldMk cId="3908709445" sldId="267"/>
            <ac:spMk id="1068" creationId="{E55A8418-6820-730C-3192-3AE12F8559BB}"/>
          </ac:spMkLst>
        </pc:spChg>
        <pc:spChg chg="add mod">
          <ac:chgData name="Mayank Sharma" userId="4cba9c93c0a4f770" providerId="LiveId" clId="{0B3338B5-6F67-4D87-85E8-D6E53D860818}" dt="2024-09-21T21:09:09.093" v="2176" actId="1076"/>
          <ac:spMkLst>
            <pc:docMk/>
            <pc:sldMk cId="3908709445" sldId="267"/>
            <ac:spMk id="1069" creationId="{48037126-353D-DC02-DC9D-669C0E17C837}"/>
          </ac:spMkLst>
        </pc:spChg>
        <pc:spChg chg="add mod">
          <ac:chgData name="Mayank Sharma" userId="4cba9c93c0a4f770" providerId="LiveId" clId="{0B3338B5-6F67-4D87-85E8-D6E53D860818}" dt="2024-09-21T21:10:19.954" v="2211" actId="1076"/>
          <ac:spMkLst>
            <pc:docMk/>
            <pc:sldMk cId="3908709445" sldId="267"/>
            <ac:spMk id="1070" creationId="{BA069A3D-9BBA-402A-639B-9A61052E64CF}"/>
          </ac:spMkLst>
        </pc:spChg>
        <pc:spChg chg="add mod">
          <ac:chgData name="Mayank Sharma" userId="4cba9c93c0a4f770" providerId="LiveId" clId="{0B3338B5-6F67-4D87-85E8-D6E53D860818}" dt="2024-09-21T21:12:30.337" v="2235" actId="1076"/>
          <ac:spMkLst>
            <pc:docMk/>
            <pc:sldMk cId="3908709445" sldId="267"/>
            <ac:spMk id="1071" creationId="{5FFEABCC-857D-B01E-399D-9F3FE66E6C3B}"/>
          </ac:spMkLst>
        </pc:spChg>
        <pc:spChg chg="add mod">
          <ac:chgData name="Mayank Sharma" userId="4cba9c93c0a4f770" providerId="LiveId" clId="{0B3338B5-6F67-4D87-85E8-D6E53D860818}" dt="2024-09-21T21:13:04.303" v="2252" actId="20577"/>
          <ac:spMkLst>
            <pc:docMk/>
            <pc:sldMk cId="3908709445" sldId="267"/>
            <ac:spMk id="1072" creationId="{E3415D7D-13AF-5D4C-13D9-101A6B06948B}"/>
          </ac:spMkLst>
        </pc:spChg>
        <pc:spChg chg="add mod">
          <ac:chgData name="Mayank Sharma" userId="4cba9c93c0a4f770" providerId="LiveId" clId="{0B3338B5-6F67-4D87-85E8-D6E53D860818}" dt="2024-09-21T21:15:52.307" v="2282" actId="20577"/>
          <ac:spMkLst>
            <pc:docMk/>
            <pc:sldMk cId="3908709445" sldId="267"/>
            <ac:spMk id="1073" creationId="{3A4BA4BB-7453-4F47-A5D9-2332E08F92D9}"/>
          </ac:spMkLst>
        </pc:spChg>
        <pc:spChg chg="add mod">
          <ac:chgData name="Mayank Sharma" userId="4cba9c93c0a4f770" providerId="LiveId" clId="{0B3338B5-6F67-4D87-85E8-D6E53D860818}" dt="2024-09-21T21:16:18.120" v="2289" actId="1076"/>
          <ac:spMkLst>
            <pc:docMk/>
            <pc:sldMk cId="3908709445" sldId="267"/>
            <ac:spMk id="1074" creationId="{95409397-103C-7BB9-F974-67E292A6BE33}"/>
          </ac:spMkLst>
        </pc:spChg>
        <pc:spChg chg="add mod">
          <ac:chgData name="Mayank Sharma" userId="4cba9c93c0a4f770" providerId="LiveId" clId="{0B3338B5-6F67-4D87-85E8-D6E53D860818}" dt="2024-09-21T21:17:39.405" v="2314" actId="20577"/>
          <ac:spMkLst>
            <pc:docMk/>
            <pc:sldMk cId="3908709445" sldId="267"/>
            <ac:spMk id="1075" creationId="{F6BDE045-5BFA-EDB6-D1D4-87474F58D1F2}"/>
          </ac:spMkLst>
        </pc:spChg>
        <pc:spChg chg="add mod">
          <ac:chgData name="Mayank Sharma" userId="4cba9c93c0a4f770" providerId="LiveId" clId="{0B3338B5-6F67-4D87-85E8-D6E53D860818}" dt="2024-09-21T21:18:17.725" v="2329" actId="20577"/>
          <ac:spMkLst>
            <pc:docMk/>
            <pc:sldMk cId="3908709445" sldId="267"/>
            <ac:spMk id="1076" creationId="{94267F09-56D8-BBCD-E93B-D1D2472E42FD}"/>
          </ac:spMkLst>
        </pc:spChg>
        <pc:spChg chg="add mod">
          <ac:chgData name="Mayank Sharma" userId="4cba9c93c0a4f770" providerId="LiveId" clId="{0B3338B5-6F67-4D87-85E8-D6E53D860818}" dt="2024-09-21T21:19:11.453" v="2345" actId="20577"/>
          <ac:spMkLst>
            <pc:docMk/>
            <pc:sldMk cId="3908709445" sldId="267"/>
            <ac:spMk id="1077" creationId="{A625B257-3267-B3E3-5868-5C26CACF39C3}"/>
          </ac:spMkLst>
        </pc:spChg>
        <pc:spChg chg="add mod">
          <ac:chgData name="Mayank Sharma" userId="4cba9c93c0a4f770" providerId="LiveId" clId="{0B3338B5-6F67-4D87-85E8-D6E53D860818}" dt="2024-09-21T21:19:52.710" v="2370" actId="20577"/>
          <ac:spMkLst>
            <pc:docMk/>
            <pc:sldMk cId="3908709445" sldId="267"/>
            <ac:spMk id="1078" creationId="{D1577615-1B58-6700-C348-6BDBBEFD6E7D}"/>
          </ac:spMkLst>
        </pc:spChg>
        <pc:spChg chg="add mod">
          <ac:chgData name="Mayank Sharma" userId="4cba9c93c0a4f770" providerId="LiveId" clId="{0B3338B5-6F67-4D87-85E8-D6E53D860818}" dt="2024-09-21T21:35:55.040" v="2418" actId="1076"/>
          <ac:spMkLst>
            <pc:docMk/>
            <pc:sldMk cId="3908709445" sldId="267"/>
            <ac:spMk id="1079" creationId="{B4119ECC-C61C-FF09-A4CF-588817A70433}"/>
          </ac:spMkLst>
        </pc:spChg>
        <pc:spChg chg="add del mod">
          <ac:chgData name="Mayank Sharma" userId="4cba9c93c0a4f770" providerId="LiveId" clId="{0B3338B5-6F67-4D87-85E8-D6E53D860818}" dt="2024-09-21T21:38:30.047" v="2447" actId="21"/>
          <ac:spMkLst>
            <pc:docMk/>
            <pc:sldMk cId="3908709445" sldId="267"/>
            <ac:spMk id="1080" creationId="{BB49CB56-90AC-A813-8DD3-18ACEE6937AB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1081" creationId="{D0443EA2-6EEF-3CC7-628C-E701F608E703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1082" creationId="{FB2932CD-BDEB-7F82-9D73-E4A17FC00C5C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1083" creationId="{02FFE2B0-2920-D53D-C40F-D421274B049E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1085" creationId="{AB4743AE-6E22-EEA0-D6E2-CD44C6FD0F2C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1086" creationId="{4F93ED35-3502-7DED-15FE-DFF543F39060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3072" creationId="{36608043-2A40-1850-C7BD-7340291321C2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3073" creationId="{5C691E94-8C13-817E-2612-417D782DA484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3077" creationId="{33B97F7F-7356-C690-5C91-EA275CB28498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3079" creationId="{C604B307-1AF7-5430-C456-6CCC32EE97AE}"/>
          </ac:spMkLst>
        </pc:spChg>
        <pc:spChg chg="add mod">
          <ac:chgData name="Mayank Sharma" userId="4cba9c93c0a4f770" providerId="LiveId" clId="{0B3338B5-6F67-4D87-85E8-D6E53D860818}" dt="2024-09-21T21:55:53.808" v="2665" actId="1076"/>
          <ac:spMkLst>
            <pc:docMk/>
            <pc:sldMk cId="3908709445" sldId="267"/>
            <ac:spMk id="3081" creationId="{48458F2A-B740-7287-E81E-77457536D627}"/>
          </ac:spMkLst>
        </pc:spChg>
        <pc:grpChg chg="add mod">
          <ac:chgData name="Mayank Sharma" userId="4cba9c93c0a4f770" providerId="LiveId" clId="{0B3338B5-6F67-4D87-85E8-D6E53D860818}" dt="2024-09-21T20:15:37.428" v="1595" actId="1076"/>
          <ac:grpSpMkLst>
            <pc:docMk/>
            <pc:sldMk cId="3908709445" sldId="267"/>
            <ac:grpSpMk id="42" creationId="{EC821B56-8923-F308-5470-073A48964E82}"/>
          </ac:grpSpMkLst>
        </pc:grpChg>
        <pc:grpChg chg="add mod">
          <ac:chgData name="Mayank Sharma" userId="4cba9c93c0a4f770" providerId="LiveId" clId="{0B3338B5-6F67-4D87-85E8-D6E53D860818}" dt="2024-09-21T20:41:33.058" v="1844" actId="1076"/>
          <ac:grpSpMkLst>
            <pc:docMk/>
            <pc:sldMk cId="3908709445" sldId="267"/>
            <ac:grpSpMk id="1038" creationId="{892F00EE-5F41-F81A-8C3B-096AE9A62777}"/>
          </ac:grpSpMkLst>
        </pc:grpChg>
        <pc:grpChg chg="add mod">
          <ac:chgData name="Mayank Sharma" userId="4cba9c93c0a4f770" providerId="LiveId" clId="{0B3338B5-6F67-4D87-85E8-D6E53D860818}" dt="2024-09-21T21:55:53.808" v="2665" actId="1076"/>
          <ac:grpSpMkLst>
            <pc:docMk/>
            <pc:sldMk cId="3908709445" sldId="267"/>
            <ac:grpSpMk id="3082" creationId="{273B373E-5727-6EC4-94E2-F208E9C1839B}"/>
          </ac:grpSpMkLst>
        </pc:grpChg>
        <pc:graphicFrameChg chg="add mod">
          <ac:chgData name="Mayank Sharma" userId="4cba9c93c0a4f770" providerId="LiveId" clId="{0B3338B5-6F67-4D87-85E8-D6E53D860818}" dt="2024-09-21T19:43:43.195" v="1272" actId="12084"/>
          <ac:graphicFrameMkLst>
            <pc:docMk/>
            <pc:sldMk cId="3908709445" sldId="267"/>
            <ac:graphicFrameMk id="30" creationId="{99A2859C-4132-8AAE-2B8E-B4930BEC70F4}"/>
          </ac:graphicFrameMkLst>
        </pc:graphicFrameChg>
        <pc:graphicFrameChg chg="add mod modGraphic">
          <ac:chgData name="Mayank Sharma" userId="4cba9c93c0a4f770" providerId="LiveId" clId="{0B3338B5-6F67-4D87-85E8-D6E53D860818}" dt="2024-09-21T21:28:26.510" v="2392" actId="1076"/>
          <ac:graphicFrameMkLst>
            <pc:docMk/>
            <pc:sldMk cId="3908709445" sldId="267"/>
            <ac:graphicFrameMk id="54" creationId="{4D1E60B5-479B-6E39-1BA0-64F76A9B260C}"/>
          </ac:graphicFrameMkLst>
        </pc:graphicFrameChg>
        <pc:picChg chg="del mod">
          <ac:chgData name="Mayank Sharma" userId="4cba9c93c0a4f770" providerId="LiveId" clId="{0B3338B5-6F67-4D87-85E8-D6E53D860818}" dt="2024-09-21T18:48:03.814" v="957" actId="478"/>
          <ac:picMkLst>
            <pc:docMk/>
            <pc:sldMk cId="3908709445" sldId="267"/>
            <ac:picMk id="2" creationId="{34A275B3-BF95-08EE-7C02-238D6FD69990}"/>
          </ac:picMkLst>
        </pc:picChg>
        <pc:picChg chg="add del mod">
          <ac:chgData name="Mayank Sharma" userId="4cba9c93c0a4f770" providerId="LiveId" clId="{0B3338B5-6F67-4D87-85E8-D6E53D860818}" dt="2024-09-21T17:56:20.454" v="678" actId="478"/>
          <ac:picMkLst>
            <pc:docMk/>
            <pc:sldMk cId="3908709445" sldId="267"/>
            <ac:picMk id="4" creationId="{9C8D785F-FF0F-084F-820B-A1003D901855}"/>
          </ac:picMkLst>
        </pc:picChg>
        <pc:picChg chg="add del mod">
          <ac:chgData name="Mayank Sharma" userId="4cba9c93c0a4f770" providerId="LiveId" clId="{0B3338B5-6F67-4D87-85E8-D6E53D860818}" dt="2024-09-21T17:56:19.818" v="677" actId="478"/>
          <ac:picMkLst>
            <pc:docMk/>
            <pc:sldMk cId="3908709445" sldId="267"/>
            <ac:picMk id="7" creationId="{FFAEF658-6AB5-49E1-D2C5-55AFC687230F}"/>
          </ac:picMkLst>
        </pc:picChg>
        <pc:picChg chg="add del mod">
          <ac:chgData name="Mayank Sharma" userId="4cba9c93c0a4f770" providerId="LiveId" clId="{0B3338B5-6F67-4D87-85E8-D6E53D860818}" dt="2024-09-21T18:26:26.543" v="952" actId="478"/>
          <ac:picMkLst>
            <pc:docMk/>
            <pc:sldMk cId="3908709445" sldId="267"/>
            <ac:picMk id="9" creationId="{2D29A0BB-8C75-3EF8-C308-0F6740FA80EE}"/>
          </ac:picMkLst>
        </pc:picChg>
        <pc:picChg chg="add del mod">
          <ac:chgData name="Mayank Sharma" userId="4cba9c93c0a4f770" providerId="LiveId" clId="{0B3338B5-6F67-4D87-85E8-D6E53D860818}" dt="2024-09-21T18:26:27.224" v="953" actId="478"/>
          <ac:picMkLst>
            <pc:docMk/>
            <pc:sldMk cId="3908709445" sldId="267"/>
            <ac:picMk id="11" creationId="{8C96F802-F35A-190B-3760-B69F7E41CE03}"/>
          </ac:picMkLst>
        </pc:picChg>
        <pc:picChg chg="add mod">
          <ac:chgData name="Mayank Sharma" userId="4cba9c93c0a4f770" providerId="LiveId" clId="{0B3338B5-6F67-4D87-85E8-D6E53D860818}" dt="2024-09-21T19:09:28.422" v="996"/>
          <ac:picMkLst>
            <pc:docMk/>
            <pc:sldMk cId="3908709445" sldId="267"/>
            <ac:picMk id="12" creationId="{6BD8C9A7-37C9-C74C-E20E-ECBF9DCBA923}"/>
          </ac:picMkLst>
        </pc:picChg>
        <pc:picChg chg="mod">
          <ac:chgData name="Mayank Sharma" userId="4cba9c93c0a4f770" providerId="LiveId" clId="{0B3338B5-6F67-4D87-85E8-D6E53D860818}" dt="2024-09-21T22:09:00.835" v="2694" actId="1582"/>
          <ac:picMkLst>
            <pc:docMk/>
            <pc:sldMk cId="3908709445" sldId="267"/>
            <ac:picMk id="43" creationId="{97357645-1BD2-85EE-7628-66C8A0C5B1C2}"/>
          </ac:picMkLst>
        </pc:picChg>
        <pc:picChg chg="mod">
          <ac:chgData name="Mayank Sharma" userId="4cba9c93c0a4f770" providerId="LiveId" clId="{0B3338B5-6F67-4D87-85E8-D6E53D860818}" dt="2024-09-21T22:09:00.835" v="2694" actId="1582"/>
          <ac:picMkLst>
            <pc:docMk/>
            <pc:sldMk cId="3908709445" sldId="267"/>
            <ac:picMk id="44" creationId="{A8B1775F-5E51-BA80-F126-360ABD8E707D}"/>
          </ac:picMkLst>
        </pc:picChg>
        <pc:picChg chg="mod">
          <ac:chgData name="Mayank Sharma" userId="4cba9c93c0a4f770" providerId="LiveId" clId="{0B3338B5-6F67-4D87-85E8-D6E53D860818}" dt="2024-09-21T22:09:00.835" v="2694" actId="1582"/>
          <ac:picMkLst>
            <pc:docMk/>
            <pc:sldMk cId="3908709445" sldId="267"/>
            <ac:picMk id="45" creationId="{E092953F-6342-5F88-C74C-A7BD0605985E}"/>
          </ac:picMkLst>
        </pc:picChg>
        <pc:picChg chg="add del mod">
          <ac:chgData name="Mayank Sharma" userId="4cba9c93c0a4f770" providerId="LiveId" clId="{0B3338B5-6F67-4D87-85E8-D6E53D860818}" dt="2024-09-21T18:26:27.704" v="954" actId="478"/>
          <ac:picMkLst>
            <pc:docMk/>
            <pc:sldMk cId="3908709445" sldId="267"/>
            <ac:picMk id="3074" creationId="{6EE8EF3A-4D67-822B-6178-E34B700A3C63}"/>
          </ac:picMkLst>
        </pc:picChg>
        <pc:picChg chg="add del mod">
          <ac:chgData name="Mayank Sharma" userId="4cba9c93c0a4f770" providerId="LiveId" clId="{0B3338B5-6F67-4D87-85E8-D6E53D860818}" dt="2024-09-21T18:26:25.791" v="950" actId="478"/>
          <ac:picMkLst>
            <pc:docMk/>
            <pc:sldMk cId="3908709445" sldId="267"/>
            <ac:picMk id="3076" creationId="{44617933-0039-D5C6-85C3-50118EC5A8CA}"/>
          </ac:picMkLst>
        </pc:picChg>
        <pc:picChg chg="add mod">
          <ac:chgData name="Mayank Sharma" userId="4cba9c93c0a4f770" providerId="LiveId" clId="{0B3338B5-6F67-4D87-85E8-D6E53D860818}" dt="2024-09-21T19:46:39.765" v="1303" actId="14100"/>
          <ac:picMkLst>
            <pc:docMk/>
            <pc:sldMk cId="3908709445" sldId="267"/>
            <ac:picMk id="3078" creationId="{C9987FA6-5B90-A9E5-9C7D-EC1F82373947}"/>
          </ac:picMkLst>
        </pc:picChg>
        <pc:picChg chg="add mod">
          <ac:chgData name="Mayank Sharma" userId="4cba9c93c0a4f770" providerId="LiveId" clId="{0B3338B5-6F67-4D87-85E8-D6E53D860818}" dt="2024-09-21T20:41:33.058" v="1844" actId="1076"/>
          <ac:picMkLst>
            <pc:docMk/>
            <pc:sldMk cId="3908709445" sldId="267"/>
            <ac:picMk id="3083" creationId="{F2041238-8B34-67AA-B8EC-AED7804A569A}"/>
          </ac:picMkLst>
        </pc:picChg>
        <pc:picChg chg="add mod">
          <ac:chgData name="Mayank Sharma" userId="4cba9c93c0a4f770" providerId="LiveId" clId="{0B3338B5-6F67-4D87-85E8-D6E53D860818}" dt="2024-09-21T20:41:33.058" v="1844" actId="1076"/>
          <ac:picMkLst>
            <pc:docMk/>
            <pc:sldMk cId="3908709445" sldId="267"/>
            <ac:picMk id="3085" creationId="{7C619E1D-315B-748C-EDC2-2AF04DEA2C2A}"/>
          </ac:picMkLst>
        </pc:picChg>
        <pc:picChg chg="add mod">
          <ac:chgData name="Mayank Sharma" userId="4cba9c93c0a4f770" providerId="LiveId" clId="{0B3338B5-6F67-4D87-85E8-D6E53D860818}" dt="2024-09-21T20:41:33.058" v="1844" actId="1076"/>
          <ac:picMkLst>
            <pc:docMk/>
            <pc:sldMk cId="3908709445" sldId="267"/>
            <ac:picMk id="3087" creationId="{632D44FA-326A-060A-A6DB-A3231242E46C}"/>
          </ac:picMkLst>
        </pc:picChg>
        <pc:picChg chg="add del mod">
          <ac:chgData name="Mayank Sharma" userId="4cba9c93c0a4f770" providerId="LiveId" clId="{0B3338B5-6F67-4D87-85E8-D6E53D860818}" dt="2024-09-21T20:25:31.367" v="1716" actId="478"/>
          <ac:picMkLst>
            <pc:docMk/>
            <pc:sldMk cId="3908709445" sldId="267"/>
            <ac:picMk id="3089" creationId="{063CB752-4655-3EC3-9FD3-238B7AD3FF21}"/>
          </ac:picMkLst>
        </pc:picChg>
        <pc:picChg chg="add mod">
          <ac:chgData name="Mayank Sharma" userId="4cba9c93c0a4f770" providerId="LiveId" clId="{0B3338B5-6F67-4D87-85E8-D6E53D860818}" dt="2024-09-21T20:25:54.464" v="1720"/>
          <ac:picMkLst>
            <pc:docMk/>
            <pc:sldMk cId="3908709445" sldId="267"/>
            <ac:picMk id="3091" creationId="{AAC67C14-225C-4DD6-BB63-502F736317BE}"/>
          </ac:picMkLst>
        </pc:picChg>
        <pc:picChg chg="add mod">
          <ac:chgData name="Mayank Sharma" userId="4cba9c93c0a4f770" providerId="LiveId" clId="{0B3338B5-6F67-4D87-85E8-D6E53D860818}" dt="2024-09-21T21:21:56.702" v="2379" actId="1076"/>
          <ac:picMkLst>
            <pc:docMk/>
            <pc:sldMk cId="3908709445" sldId="267"/>
            <ac:picMk id="3093" creationId="{36DBDAC3-81A4-F8B6-9ADF-DA4F4DBCC653}"/>
          </ac:picMkLst>
        </pc:picChg>
        <pc:picChg chg="add mod">
          <ac:chgData name="Mayank Sharma" userId="4cba9c93c0a4f770" providerId="LiveId" clId="{0B3338B5-6F67-4D87-85E8-D6E53D860818}" dt="2024-09-21T21:22:27.667" v="2385" actId="1076"/>
          <ac:picMkLst>
            <pc:docMk/>
            <pc:sldMk cId="3908709445" sldId="267"/>
            <ac:picMk id="3095" creationId="{0979990E-7ADB-CA17-CEBC-BF11D32A40C1}"/>
          </ac:picMkLst>
        </pc:picChg>
        <pc:picChg chg="add mod">
          <ac:chgData name="Mayank Sharma" userId="4cba9c93c0a4f770" providerId="LiveId" clId="{0B3338B5-6F67-4D87-85E8-D6E53D860818}" dt="2024-09-21T21:22:29.268" v="2386" actId="1076"/>
          <ac:picMkLst>
            <pc:docMk/>
            <pc:sldMk cId="3908709445" sldId="267"/>
            <ac:picMk id="3097" creationId="{952BAF06-41C7-DB64-E3AD-39F842C33C5F}"/>
          </ac:picMkLst>
        </pc:picChg>
        <pc:picChg chg="add mod">
          <ac:chgData name="Mayank Sharma" userId="4cba9c93c0a4f770" providerId="LiveId" clId="{0B3338B5-6F67-4D87-85E8-D6E53D860818}" dt="2024-09-21T21:22:36.512" v="2387" actId="1076"/>
          <ac:picMkLst>
            <pc:docMk/>
            <pc:sldMk cId="3908709445" sldId="267"/>
            <ac:picMk id="3101" creationId="{765F5858-3A19-7F35-1293-0E340228BCC1}"/>
          </ac:picMkLst>
        </pc:picChg>
        <pc:picChg chg="add mod">
          <ac:chgData name="Mayank Sharma" userId="4cba9c93c0a4f770" providerId="LiveId" clId="{0B3338B5-6F67-4D87-85E8-D6E53D860818}" dt="2024-09-21T21:56:06.067" v="2669" actId="1076"/>
          <ac:picMkLst>
            <pc:docMk/>
            <pc:sldMk cId="3908709445" sldId="267"/>
            <ac:picMk id="3106" creationId="{F49AA032-C1D7-943C-F485-49962AC2DB42}"/>
          </ac:picMkLst>
        </pc:picChg>
        <pc:picChg chg="add mod">
          <ac:chgData name="Mayank Sharma" userId="4cba9c93c0a4f770" providerId="LiveId" clId="{0B3338B5-6F67-4D87-85E8-D6E53D860818}" dt="2024-09-21T21:55:53.808" v="2665" actId="1076"/>
          <ac:picMkLst>
            <pc:docMk/>
            <pc:sldMk cId="3908709445" sldId="267"/>
            <ac:picMk id="3108" creationId="{9E176530-261D-A53B-200A-9F7A580D6E1B}"/>
          </ac:picMkLst>
        </pc:picChg>
        <pc:picChg chg="add mod">
          <ac:chgData name="Mayank Sharma" userId="4cba9c93c0a4f770" providerId="LiveId" clId="{0B3338B5-6F67-4D87-85E8-D6E53D860818}" dt="2024-09-21T21:56:01.861" v="2668" actId="1076"/>
          <ac:picMkLst>
            <pc:docMk/>
            <pc:sldMk cId="3908709445" sldId="267"/>
            <ac:picMk id="3110" creationId="{90CFD328-392B-238E-3268-8D49E1837654}"/>
          </ac:picMkLst>
        </pc:picChg>
        <pc:picChg chg="add del mod">
          <ac:chgData name="Mayank Sharma" userId="4cba9c93c0a4f770" providerId="LiveId" clId="{0B3338B5-6F67-4D87-85E8-D6E53D860818}" dt="2024-09-21T21:51:33.387" v="2641" actId="478"/>
          <ac:picMkLst>
            <pc:docMk/>
            <pc:sldMk cId="3908709445" sldId="267"/>
            <ac:picMk id="3112" creationId="{F9A4EC9F-EDC2-CF11-47D2-8B0938EAD560}"/>
          </ac:picMkLst>
        </pc:picChg>
        <pc:picChg chg="add del mod">
          <ac:chgData name="Mayank Sharma" userId="4cba9c93c0a4f770" providerId="LiveId" clId="{0B3338B5-6F67-4D87-85E8-D6E53D860818}" dt="2024-09-21T21:53:28.390" v="2652" actId="478"/>
          <ac:picMkLst>
            <pc:docMk/>
            <pc:sldMk cId="3908709445" sldId="267"/>
            <ac:picMk id="3114" creationId="{98681E80-CD35-BA73-E976-6721AE3413E4}"/>
          </ac:picMkLst>
        </pc:picChg>
        <pc:cxnChg chg="add mod">
          <ac:chgData name="Mayank Sharma" userId="4cba9c93c0a4f770" providerId="LiveId" clId="{0B3338B5-6F67-4D87-85E8-D6E53D860818}" dt="2024-09-21T19:49:44.270" v="1339" actId="13822"/>
          <ac:cxnSpMkLst>
            <pc:docMk/>
            <pc:sldMk cId="3908709445" sldId="267"/>
            <ac:cxnSpMk id="14" creationId="{1DACC640-D08F-2FBF-F7A0-A921B77DD85F}"/>
          </ac:cxnSpMkLst>
        </pc:cxnChg>
        <pc:cxnChg chg="add mod">
          <ac:chgData name="Mayank Sharma" userId="4cba9c93c0a4f770" providerId="LiveId" clId="{0B3338B5-6F67-4D87-85E8-D6E53D860818}" dt="2024-09-21T19:49:37.933" v="1337" actId="693"/>
          <ac:cxnSpMkLst>
            <pc:docMk/>
            <pc:sldMk cId="3908709445" sldId="267"/>
            <ac:cxnSpMk id="38" creationId="{D740AD71-C1C4-3181-1EDD-7959E3AA02D5}"/>
          </ac:cxnSpMkLst>
        </pc:cxnChg>
        <pc:cxnChg chg="add mod">
          <ac:chgData name="Mayank Sharma" userId="4cba9c93c0a4f770" providerId="LiveId" clId="{0B3338B5-6F67-4D87-85E8-D6E53D860818}" dt="2024-09-21T20:55:49.911" v="1982" actId="1076"/>
          <ac:cxnSpMkLst>
            <pc:docMk/>
            <pc:sldMk cId="3908709445" sldId="267"/>
            <ac:cxnSpMk id="1032" creationId="{29F58D28-212E-4275-47D0-7B7567A6D517}"/>
          </ac:cxnSpMkLst>
        </pc:cxnChg>
        <pc:cxnChg chg="add mod">
          <ac:chgData name="Mayank Sharma" userId="4cba9c93c0a4f770" providerId="LiveId" clId="{0B3338B5-6F67-4D87-85E8-D6E53D860818}" dt="2024-09-21T20:57:29.027" v="1999" actId="13822"/>
          <ac:cxnSpMkLst>
            <pc:docMk/>
            <pc:sldMk cId="3908709445" sldId="267"/>
            <ac:cxnSpMk id="1046" creationId="{6F5236C5-EDC1-9964-0151-E50797F577EF}"/>
          </ac:cxnSpMkLst>
        </pc:cxnChg>
        <pc:cxnChg chg="add mod">
          <ac:chgData name="Mayank Sharma" userId="4cba9c93c0a4f770" providerId="LiveId" clId="{0B3338B5-6F67-4D87-85E8-D6E53D860818}" dt="2024-09-21T20:57:11.624" v="1995" actId="13822"/>
          <ac:cxnSpMkLst>
            <pc:docMk/>
            <pc:sldMk cId="3908709445" sldId="267"/>
            <ac:cxnSpMk id="1048" creationId="{DA5ED098-DB2D-4C25-5F13-CE045D35A944}"/>
          </ac:cxnSpMkLst>
        </pc:cxnChg>
        <pc:cxnChg chg="add mod">
          <ac:chgData name="Mayank Sharma" userId="4cba9c93c0a4f770" providerId="LiveId" clId="{0B3338B5-6F67-4D87-85E8-D6E53D860818}" dt="2024-09-21T20:57:16.552" v="1997" actId="13822"/>
          <ac:cxnSpMkLst>
            <pc:docMk/>
            <pc:sldMk cId="3908709445" sldId="267"/>
            <ac:cxnSpMk id="1049" creationId="{4F6F9F7C-F7A3-FBE2-F5E6-3171D90B7F46}"/>
          </ac:cxnSpMkLst>
        </pc:cxnChg>
        <pc:cxnChg chg="add mod">
          <ac:chgData name="Mayank Sharma" userId="4cba9c93c0a4f770" providerId="LiveId" clId="{0B3338B5-6F67-4D87-85E8-D6E53D860818}" dt="2024-09-21T20:58:33.368" v="2007" actId="14100"/>
          <ac:cxnSpMkLst>
            <pc:docMk/>
            <pc:sldMk cId="3908709445" sldId="267"/>
            <ac:cxnSpMk id="1051" creationId="{A9C4B96D-28A7-CBC9-16A8-E85E88D0D91D}"/>
          </ac:cxnSpMkLst>
        </pc:cxnChg>
        <pc:cxnChg chg="add mod">
          <ac:chgData name="Mayank Sharma" userId="4cba9c93c0a4f770" providerId="LiveId" clId="{0B3338B5-6F67-4D87-85E8-D6E53D860818}" dt="2024-09-21T20:58:42.496" v="2009" actId="1076"/>
          <ac:cxnSpMkLst>
            <pc:docMk/>
            <pc:sldMk cId="3908709445" sldId="267"/>
            <ac:cxnSpMk id="1053" creationId="{5EA5B914-105B-32CE-86D2-D1F5D868295C}"/>
          </ac:cxnSpMkLst>
        </pc:cxnChg>
        <pc:cxnChg chg="add mod">
          <ac:chgData name="Mayank Sharma" userId="4cba9c93c0a4f770" providerId="LiveId" clId="{0B3338B5-6F67-4D87-85E8-D6E53D860818}" dt="2024-09-21T20:58:49.987" v="2011" actId="1076"/>
          <ac:cxnSpMkLst>
            <pc:docMk/>
            <pc:sldMk cId="3908709445" sldId="267"/>
            <ac:cxnSpMk id="1054" creationId="{8CE8283E-AA8E-5D8B-8E58-875BD8B87C4D}"/>
          </ac:cxnSpMkLst>
        </pc:cxnChg>
        <pc:cxnChg chg="add mod">
          <ac:chgData name="Mayank Sharma" userId="4cba9c93c0a4f770" providerId="LiveId" clId="{0B3338B5-6F67-4D87-85E8-D6E53D860818}" dt="2024-09-21T20:59:10.328" v="2014" actId="1076"/>
          <ac:cxnSpMkLst>
            <pc:docMk/>
            <pc:sldMk cId="3908709445" sldId="267"/>
            <ac:cxnSpMk id="1055" creationId="{04B2A025-6A8B-D228-0674-17DB65454973}"/>
          </ac:cxnSpMkLst>
        </pc:cxnChg>
      </pc:sldChg>
      <pc:sldChg chg="addSp delSp modSp mod">
        <pc:chgData name="Mayank Sharma" userId="4cba9c93c0a4f770" providerId="LiveId" clId="{0B3338B5-6F67-4D87-85E8-D6E53D860818}" dt="2024-09-22T15:09:59.879" v="3524" actId="1076"/>
        <pc:sldMkLst>
          <pc:docMk/>
          <pc:sldMk cId="2266458552" sldId="268"/>
        </pc:sldMkLst>
        <pc:spChg chg="add mod">
          <ac:chgData name="Mayank Sharma" userId="4cba9c93c0a4f770" providerId="LiveId" clId="{0B3338B5-6F67-4D87-85E8-D6E53D860818}" dt="2024-09-22T14:28:06.022" v="2933" actId="1076"/>
          <ac:spMkLst>
            <pc:docMk/>
            <pc:sldMk cId="2266458552" sldId="268"/>
            <ac:spMk id="5" creationId="{44A2DA9D-6713-DBC0-CD5F-6EF4D924F4F7}"/>
          </ac:spMkLst>
        </pc:spChg>
        <pc:spChg chg="mod">
          <ac:chgData name="Mayank Sharma" userId="4cba9c93c0a4f770" providerId="LiveId" clId="{0B3338B5-6F67-4D87-85E8-D6E53D860818}" dt="2024-09-22T14:21:50.393" v="2855"/>
          <ac:spMkLst>
            <pc:docMk/>
            <pc:sldMk cId="2266458552" sldId="268"/>
            <ac:spMk id="6" creationId="{33329375-E735-0FC8-F21B-D95D9A9C2341}"/>
          </ac:spMkLst>
        </pc:spChg>
        <pc:spChg chg="add">
          <ac:chgData name="Mayank Sharma" userId="4cba9c93c0a4f770" providerId="LiveId" clId="{0B3338B5-6F67-4D87-85E8-D6E53D860818}" dt="2024-09-22T14:03:35.293" v="2767"/>
          <ac:spMkLst>
            <pc:docMk/>
            <pc:sldMk cId="2266458552" sldId="268"/>
            <ac:spMk id="7" creationId="{6509B165-1B10-17BE-9738-F5B98BB15884}"/>
          </ac:spMkLst>
        </pc:spChg>
        <pc:spChg chg="add del mod">
          <ac:chgData name="Mayank Sharma" userId="4cba9c93c0a4f770" providerId="LiveId" clId="{0B3338B5-6F67-4D87-85E8-D6E53D860818}" dt="2024-09-22T14:21:03.414" v="2849" actId="478"/>
          <ac:spMkLst>
            <pc:docMk/>
            <pc:sldMk cId="2266458552" sldId="268"/>
            <ac:spMk id="9" creationId="{427E9A3E-3F76-F32B-2514-811A9F2181F3}"/>
          </ac:spMkLst>
        </pc:spChg>
        <pc:spChg chg="add">
          <ac:chgData name="Mayank Sharma" userId="4cba9c93c0a4f770" providerId="LiveId" clId="{0B3338B5-6F67-4D87-85E8-D6E53D860818}" dt="2024-09-22T14:05:47.942" v="2786"/>
          <ac:spMkLst>
            <pc:docMk/>
            <pc:sldMk cId="2266458552" sldId="268"/>
            <ac:spMk id="13" creationId="{583F6781-3313-C86E-E1A2-C38EC3652008}"/>
          </ac:spMkLst>
        </pc:spChg>
        <pc:spChg chg="add del mod">
          <ac:chgData name="Mayank Sharma" userId="4cba9c93c0a4f770" providerId="LiveId" clId="{0B3338B5-6F67-4D87-85E8-D6E53D860818}" dt="2024-09-22T14:21:04.655" v="2850" actId="478"/>
          <ac:spMkLst>
            <pc:docMk/>
            <pc:sldMk cId="2266458552" sldId="268"/>
            <ac:spMk id="15" creationId="{15D1CB32-C326-86F2-5621-D2E7F5D18ADE}"/>
          </ac:spMkLst>
        </pc:spChg>
        <pc:spChg chg="add del mod">
          <ac:chgData name="Mayank Sharma" userId="4cba9c93c0a4f770" providerId="LiveId" clId="{0B3338B5-6F67-4D87-85E8-D6E53D860818}" dt="2024-09-22T14:21:05.911" v="2851" actId="478"/>
          <ac:spMkLst>
            <pc:docMk/>
            <pc:sldMk cId="2266458552" sldId="268"/>
            <ac:spMk id="17" creationId="{D37BB4BC-C7FB-78A0-84BE-B4F7D6CA264F}"/>
          </ac:spMkLst>
        </pc:spChg>
        <pc:spChg chg="add del mod">
          <ac:chgData name="Mayank Sharma" userId="4cba9c93c0a4f770" providerId="LiveId" clId="{0B3338B5-6F67-4D87-85E8-D6E53D860818}" dt="2024-09-22T14:21:07.166" v="2852" actId="478"/>
          <ac:spMkLst>
            <pc:docMk/>
            <pc:sldMk cId="2266458552" sldId="268"/>
            <ac:spMk id="19" creationId="{DDAE8D0C-77AC-CE97-E9A3-F14345F5E5CA}"/>
          </ac:spMkLst>
        </pc:spChg>
        <pc:spChg chg="add del mod">
          <ac:chgData name="Mayank Sharma" userId="4cba9c93c0a4f770" providerId="LiveId" clId="{0B3338B5-6F67-4D87-85E8-D6E53D860818}" dt="2024-09-22T14:13:41.846" v="2847" actId="478"/>
          <ac:spMkLst>
            <pc:docMk/>
            <pc:sldMk cId="2266458552" sldId="268"/>
            <ac:spMk id="20" creationId="{4C8D901B-68B0-6C47-212C-EA92A7D82937}"/>
          </ac:spMkLst>
        </pc:spChg>
        <pc:spChg chg="add mod">
          <ac:chgData name="Mayank Sharma" userId="4cba9c93c0a4f770" providerId="LiveId" clId="{0B3338B5-6F67-4D87-85E8-D6E53D860818}" dt="2024-09-22T14:24:20.870" v="2897" actId="20577"/>
          <ac:spMkLst>
            <pc:docMk/>
            <pc:sldMk cId="2266458552" sldId="268"/>
            <ac:spMk id="22" creationId="{3E70686E-34CB-015D-967A-C0DEEF59F40A}"/>
          </ac:spMkLst>
        </pc:spChg>
        <pc:spChg chg="add mod">
          <ac:chgData name="Mayank Sharma" userId="4cba9c93c0a4f770" providerId="LiveId" clId="{0B3338B5-6F67-4D87-85E8-D6E53D860818}" dt="2024-09-22T14:26:03.239" v="2924" actId="1076"/>
          <ac:spMkLst>
            <pc:docMk/>
            <pc:sldMk cId="2266458552" sldId="268"/>
            <ac:spMk id="23" creationId="{C3147FC0-ACE8-531C-3EC3-F8B3662A33EE}"/>
          </ac:spMkLst>
        </pc:spChg>
        <pc:spChg chg="add mod">
          <ac:chgData name="Mayank Sharma" userId="4cba9c93c0a4f770" providerId="LiveId" clId="{0B3338B5-6F67-4D87-85E8-D6E53D860818}" dt="2024-09-22T14:26:14.001" v="2926" actId="1076"/>
          <ac:spMkLst>
            <pc:docMk/>
            <pc:sldMk cId="2266458552" sldId="268"/>
            <ac:spMk id="24" creationId="{3C41CB78-CE26-4064-4FF4-E8850AF2AAC4}"/>
          </ac:spMkLst>
        </pc:spChg>
        <pc:spChg chg="add mod">
          <ac:chgData name="Mayank Sharma" userId="4cba9c93c0a4f770" providerId="LiveId" clId="{0B3338B5-6F67-4D87-85E8-D6E53D860818}" dt="2024-09-22T14:27:41.560" v="2931" actId="13822"/>
          <ac:spMkLst>
            <pc:docMk/>
            <pc:sldMk cId="2266458552" sldId="268"/>
            <ac:spMk id="26" creationId="{504B7AFE-C157-DB34-DBC0-6EF4087B1725}"/>
          </ac:spMkLst>
        </pc:spChg>
        <pc:spChg chg="add del mod">
          <ac:chgData name="Mayank Sharma" userId="4cba9c93c0a4f770" providerId="LiveId" clId="{0B3338B5-6F67-4D87-85E8-D6E53D860818}" dt="2024-09-22T14:29:13.545" v="2941"/>
          <ac:spMkLst>
            <pc:docMk/>
            <pc:sldMk cId="2266458552" sldId="268"/>
            <ac:spMk id="28" creationId="{3A5B0F28-95C5-B535-004A-519F5CE6807B}"/>
          </ac:spMkLst>
        </pc:spChg>
        <pc:spChg chg="add mod">
          <ac:chgData name="Mayank Sharma" userId="4cba9c93c0a4f770" providerId="LiveId" clId="{0B3338B5-6F67-4D87-85E8-D6E53D860818}" dt="2024-09-22T14:31:20.110" v="2979" actId="1076"/>
          <ac:spMkLst>
            <pc:docMk/>
            <pc:sldMk cId="2266458552" sldId="268"/>
            <ac:spMk id="29" creationId="{4C083CD9-BAF1-45D8-4DB5-BF12A1DB68E2}"/>
          </ac:spMkLst>
        </pc:spChg>
        <pc:spChg chg="add del mod">
          <ac:chgData name="Mayank Sharma" userId="4cba9c93c0a4f770" providerId="LiveId" clId="{0B3338B5-6F67-4D87-85E8-D6E53D860818}" dt="2024-09-22T14:30:11.361" v="2951" actId="12084"/>
          <ac:spMkLst>
            <pc:docMk/>
            <pc:sldMk cId="2266458552" sldId="268"/>
            <ac:spMk id="30" creationId="{368732AD-FEFB-FBC1-619B-86285F57B0A6}"/>
          </ac:spMkLst>
        </pc:spChg>
        <pc:spChg chg="add mod">
          <ac:chgData name="Mayank Sharma" userId="4cba9c93c0a4f770" providerId="LiveId" clId="{0B3338B5-6F67-4D87-85E8-D6E53D860818}" dt="2024-09-22T14:34:03.783" v="3017" actId="122"/>
          <ac:spMkLst>
            <pc:docMk/>
            <pc:sldMk cId="2266458552" sldId="268"/>
            <ac:spMk id="33" creationId="{434A6523-15C4-66D2-4C33-F4BD0EC67772}"/>
          </ac:spMkLst>
        </pc:spChg>
        <pc:spChg chg="add mod">
          <ac:chgData name="Mayank Sharma" userId="4cba9c93c0a4f770" providerId="LiveId" clId="{0B3338B5-6F67-4D87-85E8-D6E53D860818}" dt="2024-09-22T14:42:19.083" v="3070" actId="1076"/>
          <ac:spMkLst>
            <pc:docMk/>
            <pc:sldMk cId="2266458552" sldId="268"/>
            <ac:spMk id="47" creationId="{2F012123-86AB-9251-0D19-C108B40E82A2}"/>
          </ac:spMkLst>
        </pc:spChg>
        <pc:spChg chg="add mod">
          <ac:chgData name="Mayank Sharma" userId="4cba9c93c0a4f770" providerId="LiveId" clId="{0B3338B5-6F67-4D87-85E8-D6E53D860818}" dt="2024-09-22T14:42:02.569" v="3067" actId="207"/>
          <ac:spMkLst>
            <pc:docMk/>
            <pc:sldMk cId="2266458552" sldId="268"/>
            <ac:spMk id="49" creationId="{89C00415-B45D-549A-634D-DAFF73DF1810}"/>
          </ac:spMkLst>
        </pc:spChg>
        <pc:spChg chg="add del mod">
          <ac:chgData name="Mayank Sharma" userId="4cba9c93c0a4f770" providerId="LiveId" clId="{0B3338B5-6F67-4D87-85E8-D6E53D860818}" dt="2024-09-22T14:42:23.094" v="3071" actId="478"/>
          <ac:spMkLst>
            <pc:docMk/>
            <pc:sldMk cId="2266458552" sldId="268"/>
            <ac:spMk id="51" creationId="{2671AD98-FCF8-085F-1AFE-5D8D4CA08A10}"/>
          </ac:spMkLst>
        </pc:spChg>
        <pc:spChg chg="add del mod">
          <ac:chgData name="Mayank Sharma" userId="4cba9c93c0a4f770" providerId="LiveId" clId="{0B3338B5-6F67-4D87-85E8-D6E53D860818}" dt="2024-09-22T14:48:47.043" v="3213" actId="478"/>
          <ac:spMkLst>
            <pc:docMk/>
            <pc:sldMk cId="2266458552" sldId="268"/>
            <ac:spMk id="53" creationId="{A666D80B-A3F3-678D-834F-E17E61E6E6E7}"/>
          </ac:spMkLst>
        </pc:spChg>
        <pc:spChg chg="add mod">
          <ac:chgData name="Mayank Sharma" userId="4cba9c93c0a4f770" providerId="LiveId" clId="{0B3338B5-6F67-4D87-85E8-D6E53D860818}" dt="2024-09-22T14:43:03.729" v="3109" actId="1076"/>
          <ac:spMkLst>
            <pc:docMk/>
            <pc:sldMk cId="2266458552" sldId="268"/>
            <ac:spMk id="54" creationId="{F2DD0691-877B-55A0-1C3E-0CAA17571B63}"/>
          </ac:spMkLst>
        </pc:spChg>
        <pc:spChg chg="add mod">
          <ac:chgData name="Mayank Sharma" userId="4cba9c93c0a4f770" providerId="LiveId" clId="{0B3338B5-6F67-4D87-85E8-D6E53D860818}" dt="2024-09-22T14:44:35.642" v="3128" actId="1076"/>
          <ac:spMkLst>
            <pc:docMk/>
            <pc:sldMk cId="2266458552" sldId="268"/>
            <ac:spMk id="56" creationId="{9B28FFB8-FCCE-648A-E6E9-F5690FB6CB22}"/>
          </ac:spMkLst>
        </pc:spChg>
        <pc:spChg chg="add mod">
          <ac:chgData name="Mayank Sharma" userId="4cba9c93c0a4f770" providerId="LiveId" clId="{0B3338B5-6F67-4D87-85E8-D6E53D860818}" dt="2024-09-22T14:46:36.972" v="3181" actId="1076"/>
          <ac:spMkLst>
            <pc:docMk/>
            <pc:sldMk cId="2266458552" sldId="268"/>
            <ac:spMk id="57" creationId="{157E86CB-9E71-F9E1-C6C5-8B2A0434BB6C}"/>
          </ac:spMkLst>
        </pc:spChg>
        <pc:spChg chg="add mod">
          <ac:chgData name="Mayank Sharma" userId="4cba9c93c0a4f770" providerId="LiveId" clId="{0B3338B5-6F67-4D87-85E8-D6E53D860818}" dt="2024-09-22T14:46:48.300" v="3185" actId="207"/>
          <ac:spMkLst>
            <pc:docMk/>
            <pc:sldMk cId="2266458552" sldId="268"/>
            <ac:spMk id="59" creationId="{92765273-8D3C-6F01-D0CF-371524B6A2F9}"/>
          </ac:spMkLst>
        </pc:spChg>
        <pc:spChg chg="add mod">
          <ac:chgData name="Mayank Sharma" userId="4cba9c93c0a4f770" providerId="LiveId" clId="{0B3338B5-6F67-4D87-85E8-D6E53D860818}" dt="2024-09-22T14:47:27.492" v="3194" actId="1076"/>
          <ac:spMkLst>
            <pc:docMk/>
            <pc:sldMk cId="2266458552" sldId="268"/>
            <ac:spMk id="61" creationId="{CFC15971-F3A9-D230-C770-6C34FFD0798D}"/>
          </ac:spMkLst>
        </pc:spChg>
        <pc:spChg chg="add mod">
          <ac:chgData name="Mayank Sharma" userId="4cba9c93c0a4f770" providerId="LiveId" clId="{0B3338B5-6F67-4D87-85E8-D6E53D860818}" dt="2024-09-22T14:48:44.546" v="3212" actId="14100"/>
          <ac:spMkLst>
            <pc:docMk/>
            <pc:sldMk cId="2266458552" sldId="268"/>
            <ac:spMk id="63" creationId="{29D25988-BC94-CE3B-E9B9-785C9C8E03C4}"/>
          </ac:spMkLst>
        </pc:spChg>
        <pc:spChg chg="add mod">
          <ac:chgData name="Mayank Sharma" userId="4cba9c93c0a4f770" providerId="LiveId" clId="{0B3338B5-6F67-4D87-85E8-D6E53D860818}" dt="2024-09-22T15:02:11.644" v="3382" actId="1076"/>
          <ac:spMkLst>
            <pc:docMk/>
            <pc:sldMk cId="2266458552" sldId="268"/>
            <ac:spMk id="1027" creationId="{4890A863-F596-A593-D897-2FD8DA5319CA}"/>
          </ac:spMkLst>
        </pc:spChg>
        <pc:spChg chg="add del mod">
          <ac:chgData name="Mayank Sharma" userId="4cba9c93c0a4f770" providerId="LiveId" clId="{0B3338B5-6F67-4D87-85E8-D6E53D860818}" dt="2024-09-22T14:51:15.894" v="3249" actId="478"/>
          <ac:spMkLst>
            <pc:docMk/>
            <pc:sldMk cId="2266458552" sldId="268"/>
            <ac:spMk id="1029" creationId="{2ABE9242-41FC-525B-28AE-F3AF129F0A1A}"/>
          </ac:spMkLst>
        </pc:spChg>
        <pc:spChg chg="add">
          <ac:chgData name="Mayank Sharma" userId="4cba9c93c0a4f770" providerId="LiveId" clId="{0B3338B5-6F67-4D87-85E8-D6E53D860818}" dt="2024-09-22T14:51:17.502" v="3250"/>
          <ac:spMkLst>
            <pc:docMk/>
            <pc:sldMk cId="2266458552" sldId="268"/>
            <ac:spMk id="1030" creationId="{36EF3F6A-F1BA-ADD7-DB8C-6D026D7CE732}"/>
          </ac:spMkLst>
        </pc:spChg>
        <pc:spChg chg="add del mod">
          <ac:chgData name="Mayank Sharma" userId="4cba9c93c0a4f770" providerId="LiveId" clId="{0B3338B5-6F67-4D87-85E8-D6E53D860818}" dt="2024-09-22T14:51:44.066" v="3258" actId="12084"/>
          <ac:spMkLst>
            <pc:docMk/>
            <pc:sldMk cId="2266458552" sldId="268"/>
            <ac:spMk id="1031" creationId="{93841D80-3C1A-9925-A787-D7DF4E63F57D}"/>
          </ac:spMkLst>
        </pc:spChg>
        <pc:spChg chg="add mod">
          <ac:chgData name="Mayank Sharma" userId="4cba9c93c0a4f770" providerId="LiveId" clId="{0B3338B5-6F67-4D87-85E8-D6E53D860818}" dt="2024-09-22T15:00:35.146" v="3370" actId="14100"/>
          <ac:spMkLst>
            <pc:docMk/>
            <pc:sldMk cId="2266458552" sldId="268"/>
            <ac:spMk id="1035" creationId="{2FAE375A-5B2F-9FBE-EA20-DB22C56E67E6}"/>
          </ac:spMkLst>
        </pc:spChg>
        <pc:spChg chg="add mod">
          <ac:chgData name="Mayank Sharma" userId="4cba9c93c0a4f770" providerId="LiveId" clId="{0B3338B5-6F67-4D87-85E8-D6E53D860818}" dt="2024-09-22T15:00:24.403" v="3367" actId="1076"/>
          <ac:spMkLst>
            <pc:docMk/>
            <pc:sldMk cId="2266458552" sldId="268"/>
            <ac:spMk id="1037" creationId="{B755A5A7-7B44-969F-C8F0-456B3C9454E1}"/>
          </ac:spMkLst>
        </pc:spChg>
        <pc:spChg chg="add mod">
          <ac:chgData name="Mayank Sharma" userId="4cba9c93c0a4f770" providerId="LiveId" clId="{0B3338B5-6F67-4D87-85E8-D6E53D860818}" dt="2024-09-22T15:02:34.481" v="3409" actId="122"/>
          <ac:spMkLst>
            <pc:docMk/>
            <pc:sldMk cId="2266458552" sldId="268"/>
            <ac:spMk id="1039" creationId="{92E6A5DC-6A86-CD98-F9B0-1D0D907240DA}"/>
          </ac:spMkLst>
        </pc:spChg>
        <pc:spChg chg="add mod">
          <ac:chgData name="Mayank Sharma" userId="4cba9c93c0a4f770" providerId="LiveId" clId="{0B3338B5-6F67-4D87-85E8-D6E53D860818}" dt="2024-09-22T15:05:13.231" v="3451" actId="113"/>
          <ac:spMkLst>
            <pc:docMk/>
            <pc:sldMk cId="2266458552" sldId="268"/>
            <ac:spMk id="1041" creationId="{5B279750-7D6B-7736-7E0F-FC8C209E2707}"/>
          </ac:spMkLst>
        </pc:spChg>
        <pc:spChg chg="add del mod">
          <ac:chgData name="Mayank Sharma" userId="4cba9c93c0a4f770" providerId="LiveId" clId="{0B3338B5-6F67-4D87-85E8-D6E53D860818}" dt="2024-09-22T15:03:33.034" v="3417" actId="478"/>
          <ac:spMkLst>
            <pc:docMk/>
            <pc:sldMk cId="2266458552" sldId="268"/>
            <ac:spMk id="1043" creationId="{87642E12-87E9-767A-CA14-0E092D4C8A08}"/>
          </ac:spMkLst>
        </pc:spChg>
        <pc:spChg chg="add del mod">
          <ac:chgData name="Mayank Sharma" userId="4cba9c93c0a4f770" providerId="LiveId" clId="{0B3338B5-6F67-4D87-85E8-D6E53D860818}" dt="2024-09-22T15:03:33.926" v="3418" actId="478"/>
          <ac:spMkLst>
            <pc:docMk/>
            <pc:sldMk cId="2266458552" sldId="268"/>
            <ac:spMk id="1044" creationId="{128234DB-1E8D-775B-C235-0D4FC8DDD381}"/>
          </ac:spMkLst>
        </pc:spChg>
        <pc:spChg chg="add del mod">
          <ac:chgData name="Mayank Sharma" userId="4cba9c93c0a4f770" providerId="LiveId" clId="{0B3338B5-6F67-4D87-85E8-D6E53D860818}" dt="2024-09-22T15:03:57.483" v="3426" actId="478"/>
          <ac:spMkLst>
            <pc:docMk/>
            <pc:sldMk cId="2266458552" sldId="268"/>
            <ac:spMk id="1046" creationId="{DBC6D270-DFCB-B261-7E4F-306D8BD98892}"/>
          </ac:spMkLst>
        </pc:spChg>
        <pc:spChg chg="add del mod">
          <ac:chgData name="Mayank Sharma" userId="4cba9c93c0a4f770" providerId="LiveId" clId="{0B3338B5-6F67-4D87-85E8-D6E53D860818}" dt="2024-09-22T15:03:58.330" v="3427" actId="478"/>
          <ac:spMkLst>
            <pc:docMk/>
            <pc:sldMk cId="2266458552" sldId="268"/>
            <ac:spMk id="1047" creationId="{4236A878-570E-F56A-0725-8156F56439F8}"/>
          </ac:spMkLst>
        </pc:spChg>
        <pc:spChg chg="add mod">
          <ac:chgData name="Mayank Sharma" userId="4cba9c93c0a4f770" providerId="LiveId" clId="{0B3338B5-6F67-4D87-85E8-D6E53D860818}" dt="2024-09-22T15:06:34.885" v="3479" actId="113"/>
          <ac:spMkLst>
            <pc:docMk/>
            <pc:sldMk cId="2266458552" sldId="268"/>
            <ac:spMk id="1048" creationId="{0FE0CBC6-8AC5-0FE7-EF8A-9F1603677AD9}"/>
          </ac:spMkLst>
        </pc:spChg>
        <pc:spChg chg="add mod">
          <ac:chgData name="Mayank Sharma" userId="4cba9c93c0a4f770" providerId="LiveId" clId="{0B3338B5-6F67-4D87-85E8-D6E53D860818}" dt="2024-09-22T15:06:52.381" v="3500" actId="113"/>
          <ac:spMkLst>
            <pc:docMk/>
            <pc:sldMk cId="2266458552" sldId="268"/>
            <ac:spMk id="1049" creationId="{0F1B5D08-0C38-DD4F-F600-6E8CDAE726F8}"/>
          </ac:spMkLst>
        </pc:spChg>
        <pc:spChg chg="add mod">
          <ac:chgData name="Mayank Sharma" userId="4cba9c93c0a4f770" providerId="LiveId" clId="{0B3338B5-6F67-4D87-85E8-D6E53D860818}" dt="2024-09-22T15:05:50.042" v="3457" actId="14100"/>
          <ac:spMkLst>
            <pc:docMk/>
            <pc:sldMk cId="2266458552" sldId="268"/>
            <ac:spMk id="1050" creationId="{B2A0C05A-D02A-326E-9BF1-16F5573F6F49}"/>
          </ac:spMkLst>
        </pc:spChg>
        <pc:spChg chg="add mod">
          <ac:chgData name="Mayank Sharma" userId="4cba9c93c0a4f770" providerId="LiveId" clId="{0B3338B5-6F67-4D87-85E8-D6E53D860818}" dt="2024-09-22T15:07:54.512" v="3509" actId="1076"/>
          <ac:spMkLst>
            <pc:docMk/>
            <pc:sldMk cId="2266458552" sldId="268"/>
            <ac:spMk id="1051" creationId="{38EA2C28-CA79-5552-8AA1-304492673AEA}"/>
          </ac:spMkLst>
        </pc:spChg>
        <pc:spChg chg="add del mod">
          <ac:chgData name="Mayank Sharma" userId="4cba9c93c0a4f770" providerId="LiveId" clId="{0B3338B5-6F67-4D87-85E8-D6E53D860818}" dt="2024-09-22T15:07:47.903" v="3508"/>
          <ac:spMkLst>
            <pc:docMk/>
            <pc:sldMk cId="2266458552" sldId="268"/>
            <ac:spMk id="1053" creationId="{4C263F7E-7183-B924-A783-8E190A60451E}"/>
          </ac:spMkLst>
        </pc:spChg>
        <pc:spChg chg="add mod">
          <ac:chgData name="Mayank Sharma" userId="4cba9c93c0a4f770" providerId="LiveId" clId="{0B3338B5-6F67-4D87-85E8-D6E53D860818}" dt="2024-09-22T15:07:20.070" v="3506"/>
          <ac:spMkLst>
            <pc:docMk/>
            <pc:sldMk cId="2266458552" sldId="268"/>
            <ac:spMk id="1054" creationId="{8431CED1-0FAD-B418-DB18-CD01311C49B1}"/>
          </ac:spMkLst>
        </pc:spChg>
        <pc:spChg chg="add del mod">
          <ac:chgData name="Mayank Sharma" userId="4cba9c93c0a4f770" providerId="LiveId" clId="{0B3338B5-6F67-4D87-85E8-D6E53D860818}" dt="2024-09-21T21:48:49.744" v="2626" actId="478"/>
          <ac:spMkLst>
            <pc:docMk/>
            <pc:sldMk cId="2266458552" sldId="268"/>
            <ac:spMk id="1080" creationId="{BB49CB56-90AC-A813-8DD3-18ACEE6937AB}"/>
          </ac:spMkLst>
        </pc:spChg>
        <pc:graphicFrameChg chg="add mod modGraphic">
          <ac:chgData name="Mayank Sharma" userId="4cba9c93c0a4f770" providerId="LiveId" clId="{0B3338B5-6F67-4D87-85E8-D6E53D860818}" dt="2024-09-22T14:32:00.217" v="2996" actId="1076"/>
          <ac:graphicFrameMkLst>
            <pc:docMk/>
            <pc:sldMk cId="2266458552" sldId="268"/>
            <ac:graphicFrameMk id="31" creationId="{646E1221-53F7-77F0-CDAE-CDC4A7D73535}"/>
          </ac:graphicFrameMkLst>
        </pc:graphicFrameChg>
        <pc:graphicFrameChg chg="add mod">
          <ac:chgData name="Mayank Sharma" userId="4cba9c93c0a4f770" providerId="LiveId" clId="{0B3338B5-6F67-4D87-85E8-D6E53D860818}" dt="2024-09-22T14:56:51.468" v="3271" actId="1076"/>
          <ac:graphicFrameMkLst>
            <pc:docMk/>
            <pc:sldMk cId="2266458552" sldId="268"/>
            <ac:graphicFrameMk id="1033" creationId="{16B28288-65A3-2018-0F55-63FAB5DEAA27}"/>
          </ac:graphicFrameMkLst>
        </pc:graphicFrameChg>
        <pc:picChg chg="add del mod">
          <ac:chgData name="Mayank Sharma" userId="4cba9c93c0a4f770" providerId="LiveId" clId="{0B3338B5-6F67-4D87-85E8-D6E53D860818}" dt="2024-09-21T20:25:59.482" v="1721" actId="478"/>
          <ac:picMkLst>
            <pc:docMk/>
            <pc:sldMk cId="2266458552" sldId="268"/>
            <ac:picMk id="3" creationId="{5AF4A6A1-32AA-1584-937D-61FCAA447442}"/>
          </ac:picMkLst>
        </pc:picChg>
        <pc:picChg chg="add mod">
          <ac:chgData name="Mayank Sharma" userId="4cba9c93c0a4f770" providerId="LiveId" clId="{0B3338B5-6F67-4D87-85E8-D6E53D860818}" dt="2024-09-21T21:56:42.738" v="2670"/>
          <ac:picMkLst>
            <pc:docMk/>
            <pc:sldMk cId="2266458552" sldId="268"/>
            <ac:picMk id="4" creationId="{B7301FC5-3A37-13D3-FB31-B7A593D5FFFF}"/>
          </ac:picMkLst>
        </pc:picChg>
        <pc:picChg chg="add mod modCrop">
          <ac:chgData name="Mayank Sharma" userId="4cba9c93c0a4f770" providerId="LiveId" clId="{0B3338B5-6F67-4D87-85E8-D6E53D860818}" dt="2024-09-22T14:41:55.393" v="3065" actId="1076"/>
          <ac:picMkLst>
            <pc:docMk/>
            <pc:sldMk cId="2266458552" sldId="268"/>
            <ac:picMk id="45" creationId="{F080421D-9D2E-F994-95E4-38C99EDDD7B0}"/>
          </ac:picMkLst>
        </pc:picChg>
        <pc:picChg chg="add del mod">
          <ac:chgData name="Mayank Sharma" userId="4cba9c93c0a4f770" providerId="LiveId" clId="{0B3338B5-6F67-4D87-85E8-D6E53D860818}" dt="2024-09-22T14:21:00.871" v="2848" actId="478"/>
          <ac:picMkLst>
            <pc:docMk/>
            <pc:sldMk cId="2266458552" sldId="268"/>
            <ac:picMk id="1028" creationId="{2AA49B7C-BF0C-3D07-B2CD-FE0310BC9E4D}"/>
          </ac:picMkLst>
        </pc:picChg>
        <pc:picChg chg="add del mod">
          <ac:chgData name="Mayank Sharma" userId="4cba9c93c0a4f770" providerId="LiveId" clId="{0B3338B5-6F67-4D87-85E8-D6E53D860818}" dt="2024-09-22T14:21:00.871" v="2848" actId="478"/>
          <ac:picMkLst>
            <pc:docMk/>
            <pc:sldMk cId="2266458552" sldId="268"/>
            <ac:picMk id="1032" creationId="{26EA6A37-877C-8F19-0F96-5FE3BA6D9B93}"/>
          </ac:picMkLst>
        </pc:picChg>
        <pc:picChg chg="add mod">
          <ac:chgData name="Mayank Sharma" userId="4cba9c93c0a4f770" providerId="LiveId" clId="{0B3338B5-6F67-4D87-85E8-D6E53D860818}" dt="2024-09-22T14:24:19.582" v="2896" actId="1076"/>
          <ac:picMkLst>
            <pc:docMk/>
            <pc:sldMk cId="2266458552" sldId="268"/>
            <ac:picMk id="1034" creationId="{1C407CEF-6587-1C5A-09F4-0D4E686E5ACF}"/>
          </ac:picMkLst>
        </pc:picChg>
        <pc:picChg chg="add mod">
          <ac:chgData name="Mayank Sharma" userId="4cba9c93c0a4f770" providerId="LiveId" clId="{0B3338B5-6F67-4D87-85E8-D6E53D860818}" dt="2024-09-22T14:25:00.105" v="2902" actId="1076"/>
          <ac:picMkLst>
            <pc:docMk/>
            <pc:sldMk cId="2266458552" sldId="268"/>
            <ac:picMk id="1036" creationId="{5E700C24-40E3-5E48-072F-94510639CC9D}"/>
          </ac:picMkLst>
        </pc:picChg>
        <pc:picChg chg="add mod">
          <ac:chgData name="Mayank Sharma" userId="4cba9c93c0a4f770" providerId="LiveId" clId="{0B3338B5-6F67-4D87-85E8-D6E53D860818}" dt="2024-09-22T14:43:46.397" v="3114" actId="1076"/>
          <ac:picMkLst>
            <pc:docMk/>
            <pc:sldMk cId="2266458552" sldId="268"/>
            <ac:picMk id="1038" creationId="{14202270-1C46-EBC7-0D1D-31067A27B862}"/>
          </ac:picMkLst>
        </pc:picChg>
        <pc:picChg chg="add mod">
          <ac:chgData name="Mayank Sharma" userId="4cba9c93c0a4f770" providerId="LiveId" clId="{0B3338B5-6F67-4D87-85E8-D6E53D860818}" dt="2024-09-22T14:46:35.009" v="3180" actId="1076"/>
          <ac:picMkLst>
            <pc:docMk/>
            <pc:sldMk cId="2266458552" sldId="268"/>
            <ac:picMk id="1040" creationId="{A0462DB6-5630-92FD-AD7F-0D5042E8BA8A}"/>
          </ac:picMkLst>
        </pc:picChg>
        <pc:picChg chg="add mod">
          <ac:chgData name="Mayank Sharma" userId="4cba9c93c0a4f770" providerId="LiveId" clId="{0B3338B5-6F67-4D87-85E8-D6E53D860818}" dt="2024-09-22T14:48:14.074" v="3203" actId="1076"/>
          <ac:picMkLst>
            <pc:docMk/>
            <pc:sldMk cId="2266458552" sldId="268"/>
            <ac:picMk id="1042" creationId="{E1B1BDB0-D670-5FA2-C8E0-67D73B8EB6B9}"/>
          </ac:picMkLst>
        </pc:picChg>
        <pc:picChg chg="add mod">
          <ac:chgData name="Mayank Sharma" userId="4cba9c93c0a4f770" providerId="LiveId" clId="{0B3338B5-6F67-4D87-85E8-D6E53D860818}" dt="2024-09-22T14:57:03.172" v="3273" actId="1440"/>
          <ac:picMkLst>
            <pc:docMk/>
            <pc:sldMk cId="2266458552" sldId="268"/>
            <ac:picMk id="1045" creationId="{F8CA5C74-3AFD-2BDD-F843-9A8989FADE64}"/>
          </ac:picMkLst>
        </pc:picChg>
        <pc:picChg chg="add mod">
          <ac:chgData name="Mayank Sharma" userId="4cba9c93c0a4f770" providerId="LiveId" clId="{0B3338B5-6F67-4D87-85E8-D6E53D860818}" dt="2024-09-22T15:08:36.381" v="3513" actId="1076"/>
          <ac:picMkLst>
            <pc:docMk/>
            <pc:sldMk cId="2266458552" sldId="268"/>
            <ac:picMk id="1055" creationId="{A5D4F4D0-8D82-BFCF-AB76-8C4C95E08AB7}"/>
          </ac:picMkLst>
        </pc:picChg>
        <pc:picChg chg="add mod">
          <ac:chgData name="Mayank Sharma" userId="4cba9c93c0a4f770" providerId="LiveId" clId="{0B3338B5-6F67-4D87-85E8-D6E53D860818}" dt="2024-09-22T15:09:30.308" v="3517" actId="1076"/>
          <ac:picMkLst>
            <pc:docMk/>
            <pc:sldMk cId="2266458552" sldId="268"/>
            <ac:picMk id="1056" creationId="{FCE6865B-3434-CD17-1275-57FB2C1C0BDA}"/>
          </ac:picMkLst>
        </pc:picChg>
        <pc:picChg chg="add mod">
          <ac:chgData name="Mayank Sharma" userId="4cba9c93c0a4f770" providerId="LiveId" clId="{0B3338B5-6F67-4D87-85E8-D6E53D860818}" dt="2024-09-22T15:09:59.879" v="3524" actId="1076"/>
          <ac:picMkLst>
            <pc:docMk/>
            <pc:sldMk cId="2266458552" sldId="268"/>
            <ac:picMk id="1057" creationId="{1A06E528-7E60-CB0B-A7EF-5155D320BC5F}"/>
          </ac:picMkLst>
        </pc:picChg>
        <pc:cxnChg chg="add mod">
          <ac:chgData name="Mayank Sharma" userId="4cba9c93c0a4f770" providerId="LiveId" clId="{0B3338B5-6F67-4D87-85E8-D6E53D860818}" dt="2024-09-22T14:31:11.724" v="2976" actId="1076"/>
          <ac:cxnSpMkLst>
            <pc:docMk/>
            <pc:sldMk cId="2266458552" sldId="268"/>
            <ac:cxnSpMk id="3" creationId="{B5B4C7A3-03B7-86DB-6793-1ED87A42B24D}"/>
          </ac:cxnSpMkLst>
        </pc:cxnChg>
        <pc:cxnChg chg="add mod">
          <ac:chgData name="Mayank Sharma" userId="4cba9c93c0a4f770" providerId="LiveId" clId="{0B3338B5-6F67-4D87-85E8-D6E53D860818}" dt="2024-09-22T14:23:00.959" v="2885" actId="1076"/>
          <ac:cxnSpMkLst>
            <pc:docMk/>
            <pc:sldMk cId="2266458552" sldId="268"/>
            <ac:cxnSpMk id="11" creationId="{31E1C6B1-D032-FF35-EE4D-4235129D8ADE}"/>
          </ac:cxnSpMkLst>
        </pc:cxnChg>
        <pc:cxnChg chg="add mod">
          <ac:chgData name="Mayank Sharma" userId="4cba9c93c0a4f770" providerId="LiveId" clId="{0B3338B5-6F67-4D87-85E8-D6E53D860818}" dt="2024-09-22T14:32:11.991" v="2998" actId="1076"/>
          <ac:cxnSpMkLst>
            <pc:docMk/>
            <pc:sldMk cId="2266458552" sldId="268"/>
            <ac:cxnSpMk id="32" creationId="{E7DA618D-2B07-9000-06DF-84DEF005BB6A}"/>
          </ac:cxnSpMkLst>
        </pc:cxnChg>
        <pc:cxnChg chg="add mod">
          <ac:chgData name="Mayank Sharma" userId="4cba9c93c0a4f770" providerId="LiveId" clId="{0B3338B5-6F67-4D87-85E8-D6E53D860818}" dt="2024-09-22T14:39:03.866" v="3034" actId="13822"/>
          <ac:cxnSpMkLst>
            <pc:docMk/>
            <pc:sldMk cId="2266458552" sldId="268"/>
            <ac:cxnSpMk id="35" creationId="{60545123-2C06-B60C-4FBD-9B8CFFE2C3E1}"/>
          </ac:cxnSpMkLst>
        </pc:cxnChg>
        <pc:cxnChg chg="add mod">
          <ac:chgData name="Mayank Sharma" userId="4cba9c93c0a4f770" providerId="LiveId" clId="{0B3338B5-6F67-4D87-85E8-D6E53D860818}" dt="2024-09-22T14:39:09.749" v="3035" actId="13822"/>
          <ac:cxnSpMkLst>
            <pc:docMk/>
            <pc:sldMk cId="2266458552" sldId="268"/>
            <ac:cxnSpMk id="37" creationId="{999FBE50-1D41-939F-E3A4-A01E93BF2629}"/>
          </ac:cxnSpMkLst>
        </pc:cxnChg>
        <pc:cxnChg chg="add mod">
          <ac:chgData name="Mayank Sharma" userId="4cba9c93c0a4f770" providerId="LiveId" clId="{0B3338B5-6F67-4D87-85E8-D6E53D860818}" dt="2024-09-22T14:55:37.319" v="3262" actId="1076"/>
          <ac:cxnSpMkLst>
            <pc:docMk/>
            <pc:sldMk cId="2266458552" sldId="268"/>
            <ac:cxnSpMk id="1024" creationId="{EA6B792D-78CD-3B91-738C-478846F75391}"/>
          </ac:cxnSpMkLst>
        </pc:cxnChg>
      </pc:sldChg>
      <pc:sldChg chg="addSp delSp modSp del mod">
        <pc:chgData name="Mayank Sharma" userId="4cba9c93c0a4f770" providerId="LiveId" clId="{0B3338B5-6F67-4D87-85E8-D6E53D860818}" dt="2024-09-22T15:10:07.935" v="3525" actId="2696"/>
        <pc:sldMkLst>
          <pc:docMk/>
          <pc:sldMk cId="818886466" sldId="269"/>
        </pc:sldMkLst>
        <pc:spChg chg="add del mod">
          <ac:chgData name="Mayank Sharma" userId="4cba9c93c0a4f770" providerId="LiveId" clId="{0B3338B5-6F67-4D87-85E8-D6E53D860818}" dt="2024-09-21T19:20:40.632" v="1021"/>
          <ac:spMkLst>
            <pc:docMk/>
            <pc:sldMk cId="818886466" sldId="269"/>
            <ac:spMk id="5" creationId="{B09300DE-1127-E750-BF2C-811CB8FB2EB2}"/>
          </ac:spMkLst>
        </pc:spChg>
        <pc:picChg chg="add mod">
          <ac:chgData name="Mayank Sharma" userId="4cba9c93c0a4f770" providerId="LiveId" clId="{0B3338B5-6F67-4D87-85E8-D6E53D860818}" dt="2024-09-21T21:56:45.118" v="2671"/>
          <ac:picMkLst>
            <pc:docMk/>
            <pc:sldMk cId="818886466" sldId="269"/>
            <ac:picMk id="7" creationId="{2B62B03F-9145-06DB-CD27-87FC5E44C583}"/>
          </ac:picMkLst>
        </pc:picChg>
        <pc:cxnChg chg="add mod">
          <ac:chgData name="Mayank Sharma" userId="4cba9c93c0a4f770" providerId="LiveId" clId="{0B3338B5-6F67-4D87-85E8-D6E53D860818}" dt="2024-09-21T19:20:40.385" v="1019" actId="1076"/>
          <ac:cxnSpMkLst>
            <pc:docMk/>
            <pc:sldMk cId="818886466" sldId="269"/>
            <ac:cxnSpMk id="3" creationId="{84BCA4D8-8E79-BF6D-F03E-5D31023BBB71}"/>
          </ac:cxnSpMkLst>
        </pc:cxnChg>
      </pc:sldChg>
      <pc:sldChg chg="addSp delSp modSp mod">
        <pc:chgData name="Mayank Sharma" userId="4cba9c93c0a4f770" providerId="LiveId" clId="{0B3338B5-6F67-4D87-85E8-D6E53D860818}" dt="2024-09-22T16:57:53.116" v="3888" actId="1076"/>
        <pc:sldMkLst>
          <pc:docMk/>
          <pc:sldMk cId="275552505" sldId="270"/>
        </pc:sldMkLst>
        <pc:spChg chg="add mod">
          <ac:chgData name="Mayank Sharma" userId="4cba9c93c0a4f770" providerId="LiveId" clId="{0B3338B5-6F67-4D87-85E8-D6E53D860818}" dt="2024-09-22T16:34:58.447" v="3808" actId="1076"/>
          <ac:spMkLst>
            <pc:docMk/>
            <pc:sldMk cId="275552505" sldId="270"/>
            <ac:spMk id="3" creationId="{3EC46B1C-8314-6E6C-AA0A-0C1EB8F5E994}"/>
          </ac:spMkLst>
        </pc:spChg>
        <pc:spChg chg="add del mod">
          <ac:chgData name="Mayank Sharma" userId="4cba9c93c0a4f770" providerId="LiveId" clId="{0B3338B5-6F67-4D87-85E8-D6E53D860818}" dt="2024-09-22T16:18:08.624" v="3576"/>
          <ac:spMkLst>
            <pc:docMk/>
            <pc:sldMk cId="275552505" sldId="270"/>
            <ac:spMk id="8" creationId="{445CC763-D7CE-092E-5579-F4DCBEED318D}"/>
          </ac:spMkLst>
        </pc:spChg>
        <pc:spChg chg="add del mod">
          <ac:chgData name="Mayank Sharma" userId="4cba9c93c0a4f770" providerId="LiveId" clId="{0B3338B5-6F67-4D87-85E8-D6E53D860818}" dt="2024-09-22T16:30:03.361" v="3714" actId="478"/>
          <ac:spMkLst>
            <pc:docMk/>
            <pc:sldMk cId="275552505" sldId="270"/>
            <ac:spMk id="10" creationId="{5B0B599D-1CD8-B866-C2A3-8B87F13578BE}"/>
          </ac:spMkLst>
        </pc:spChg>
        <pc:spChg chg="add mod">
          <ac:chgData name="Mayank Sharma" userId="4cba9c93c0a4f770" providerId="LiveId" clId="{0B3338B5-6F67-4D87-85E8-D6E53D860818}" dt="2024-09-22T16:27:21.219" v="3647" actId="12"/>
          <ac:spMkLst>
            <pc:docMk/>
            <pc:sldMk cId="275552505" sldId="270"/>
            <ac:spMk id="15" creationId="{DC7122DA-0E6A-80AA-9AAC-38065E7F1B67}"/>
          </ac:spMkLst>
        </pc:spChg>
        <pc:spChg chg="add mod">
          <ac:chgData name="Mayank Sharma" userId="4cba9c93c0a4f770" providerId="LiveId" clId="{0B3338B5-6F67-4D87-85E8-D6E53D860818}" dt="2024-09-22T16:28:21.197" v="3659"/>
          <ac:spMkLst>
            <pc:docMk/>
            <pc:sldMk cId="275552505" sldId="270"/>
            <ac:spMk id="18" creationId="{DC6317EB-3047-D441-97DF-FCB5032D30F8}"/>
          </ac:spMkLst>
        </pc:spChg>
        <pc:spChg chg="add mod">
          <ac:chgData name="Mayank Sharma" userId="4cba9c93c0a4f770" providerId="LiveId" clId="{0B3338B5-6F67-4D87-85E8-D6E53D860818}" dt="2024-09-22T16:29:52.500" v="3710"/>
          <ac:spMkLst>
            <pc:docMk/>
            <pc:sldMk cId="275552505" sldId="270"/>
            <ac:spMk id="22" creationId="{4FB5FFDF-39F8-F9C9-16F7-2A46E1765F0C}"/>
          </ac:spMkLst>
        </pc:spChg>
        <pc:spChg chg="add mod">
          <ac:chgData name="Mayank Sharma" userId="4cba9c93c0a4f770" providerId="LiveId" clId="{0B3338B5-6F67-4D87-85E8-D6E53D860818}" dt="2024-09-22T16:30:56.397" v="3745" actId="20577"/>
          <ac:spMkLst>
            <pc:docMk/>
            <pc:sldMk cId="275552505" sldId="270"/>
            <ac:spMk id="24" creationId="{81F9D8CF-CDC0-EF39-A31E-83603948B85B}"/>
          </ac:spMkLst>
        </pc:spChg>
        <pc:spChg chg="add mod">
          <ac:chgData name="Mayank Sharma" userId="4cba9c93c0a4f770" providerId="LiveId" clId="{0B3338B5-6F67-4D87-85E8-D6E53D860818}" dt="2024-09-22T16:34:07.364" v="3802" actId="20577"/>
          <ac:spMkLst>
            <pc:docMk/>
            <pc:sldMk cId="275552505" sldId="270"/>
            <ac:spMk id="28" creationId="{AF6516D1-ECD6-D562-2B1C-5FD92D757E39}"/>
          </ac:spMkLst>
        </pc:spChg>
        <pc:spChg chg="add mod">
          <ac:chgData name="Mayank Sharma" userId="4cba9c93c0a4f770" providerId="LiveId" clId="{0B3338B5-6F67-4D87-85E8-D6E53D860818}" dt="2024-09-22T16:35:13.818" v="3829" actId="122"/>
          <ac:spMkLst>
            <pc:docMk/>
            <pc:sldMk cId="275552505" sldId="270"/>
            <ac:spMk id="30" creationId="{75E69E96-38C9-628A-7182-EEEE81D0406E}"/>
          </ac:spMkLst>
        </pc:spChg>
        <pc:spChg chg="mod">
          <ac:chgData name="Mayank Sharma" userId="4cba9c93c0a4f770" providerId="LiveId" clId="{0B3338B5-6F67-4D87-85E8-D6E53D860818}" dt="2024-09-22T16:39:53.511" v="3834"/>
          <ac:spMkLst>
            <pc:docMk/>
            <pc:sldMk cId="275552505" sldId="270"/>
            <ac:spMk id="32" creationId="{57A78843-6EC8-5E3B-D0F3-BD66996913A0}"/>
          </ac:spMkLst>
        </pc:spChg>
        <pc:spChg chg="mod">
          <ac:chgData name="Mayank Sharma" userId="4cba9c93c0a4f770" providerId="LiveId" clId="{0B3338B5-6F67-4D87-85E8-D6E53D860818}" dt="2024-09-22T16:39:53.511" v="3834"/>
          <ac:spMkLst>
            <pc:docMk/>
            <pc:sldMk cId="275552505" sldId="270"/>
            <ac:spMk id="33" creationId="{29B2ABD6-8C0C-E173-ACC9-2A93C61FE698}"/>
          </ac:spMkLst>
        </pc:spChg>
        <pc:spChg chg="mod">
          <ac:chgData name="Mayank Sharma" userId="4cba9c93c0a4f770" providerId="LiveId" clId="{0B3338B5-6F67-4D87-85E8-D6E53D860818}" dt="2024-09-22T16:39:53.511" v="3834"/>
          <ac:spMkLst>
            <pc:docMk/>
            <pc:sldMk cId="275552505" sldId="270"/>
            <ac:spMk id="34" creationId="{8F2E7ED0-623F-77D6-8F4B-1C5AC8727E6F}"/>
          </ac:spMkLst>
        </pc:spChg>
        <pc:spChg chg="mod">
          <ac:chgData name="Mayank Sharma" userId="4cba9c93c0a4f770" providerId="LiveId" clId="{0B3338B5-6F67-4D87-85E8-D6E53D860818}" dt="2024-09-22T16:39:53.511" v="3834"/>
          <ac:spMkLst>
            <pc:docMk/>
            <pc:sldMk cId="275552505" sldId="270"/>
            <ac:spMk id="35" creationId="{77D02C4F-A1B0-6308-A73D-7039CC57E5FD}"/>
          </ac:spMkLst>
        </pc:spChg>
        <pc:spChg chg="add mod">
          <ac:chgData name="Mayank Sharma" userId="4cba9c93c0a4f770" providerId="LiveId" clId="{0B3338B5-6F67-4D87-85E8-D6E53D860818}" dt="2024-09-22T16:57:27.401" v="3882" actId="1076"/>
          <ac:spMkLst>
            <pc:docMk/>
            <pc:sldMk cId="275552505" sldId="270"/>
            <ac:spMk id="39" creationId="{5BCBE82C-16CE-B894-CC28-C0A60901402A}"/>
          </ac:spMkLst>
        </pc:spChg>
        <pc:spChg chg="add mod">
          <ac:chgData name="Mayank Sharma" userId="4cba9c93c0a4f770" providerId="LiveId" clId="{0B3338B5-6F67-4D87-85E8-D6E53D860818}" dt="2024-09-22T16:57:18.110" v="3880" actId="122"/>
          <ac:spMkLst>
            <pc:docMk/>
            <pc:sldMk cId="275552505" sldId="270"/>
            <ac:spMk id="42" creationId="{FD07C6B0-47AA-A26E-01C7-630A5A1BA2F7}"/>
          </ac:spMkLst>
        </pc:spChg>
        <pc:grpChg chg="add mod">
          <ac:chgData name="Mayank Sharma" userId="4cba9c93c0a4f770" providerId="LiveId" clId="{0B3338B5-6F67-4D87-85E8-D6E53D860818}" dt="2024-09-22T16:39:53.511" v="3834"/>
          <ac:grpSpMkLst>
            <pc:docMk/>
            <pc:sldMk cId="275552505" sldId="270"/>
            <ac:grpSpMk id="31" creationId="{3C98C4E9-D2FE-E226-B96E-B46F9CEFD9F3}"/>
          </ac:grpSpMkLst>
        </pc:grpChg>
        <pc:picChg chg="add mod">
          <ac:chgData name="Mayank Sharma" userId="4cba9c93c0a4f770" providerId="LiveId" clId="{0B3338B5-6F67-4D87-85E8-D6E53D860818}" dt="2024-09-21T21:56:47.526" v="2672"/>
          <ac:picMkLst>
            <pc:docMk/>
            <pc:sldMk cId="275552505" sldId="270"/>
            <ac:picMk id="2" creationId="{6AB8A58A-D116-21EE-8D70-103AA935CCAC}"/>
          </ac:picMkLst>
        </pc:picChg>
        <pc:picChg chg="add mod modCrop">
          <ac:chgData name="Mayank Sharma" userId="4cba9c93c0a4f770" providerId="LiveId" clId="{0B3338B5-6F67-4D87-85E8-D6E53D860818}" dt="2024-09-22T16:57:32.214" v="3884" actId="1076"/>
          <ac:picMkLst>
            <pc:docMk/>
            <pc:sldMk cId="275552505" sldId="270"/>
            <ac:picMk id="37" creationId="{AD392B08-D4CC-1015-A005-DC989A04A274}"/>
          </ac:picMkLst>
        </pc:picChg>
        <pc:picChg chg="add mod modCrop">
          <ac:chgData name="Mayank Sharma" userId="4cba9c93c0a4f770" providerId="LiveId" clId="{0B3338B5-6F67-4D87-85E8-D6E53D860818}" dt="2024-09-22T16:57:53.116" v="3888" actId="1076"/>
          <ac:picMkLst>
            <pc:docMk/>
            <pc:sldMk cId="275552505" sldId="270"/>
            <ac:picMk id="41" creationId="{E106ECAC-340A-F178-AA74-768933C8FF1A}"/>
          </ac:picMkLst>
        </pc:picChg>
        <pc:picChg chg="add del mod">
          <ac:chgData name="Mayank Sharma" userId="4cba9c93c0a4f770" providerId="LiveId" clId="{0B3338B5-6F67-4D87-85E8-D6E53D860818}" dt="2024-09-22T16:16:01.686" v="3564" actId="21"/>
          <ac:picMkLst>
            <pc:docMk/>
            <pc:sldMk cId="275552505" sldId="270"/>
            <ac:picMk id="2050" creationId="{4ECA2950-B737-26F1-F2DB-693D90CA5F5E}"/>
          </ac:picMkLst>
        </pc:picChg>
        <pc:picChg chg="add mod">
          <ac:chgData name="Mayank Sharma" userId="4cba9c93c0a4f770" providerId="LiveId" clId="{0B3338B5-6F67-4D87-85E8-D6E53D860818}" dt="2024-09-22T16:23:17.134" v="3615" actId="1076"/>
          <ac:picMkLst>
            <pc:docMk/>
            <pc:sldMk cId="275552505" sldId="270"/>
            <ac:picMk id="2052" creationId="{CD2705A0-41AD-E5B8-88C6-6BED1CCC183B}"/>
          </ac:picMkLst>
        </pc:picChg>
        <pc:picChg chg="add mod">
          <ac:chgData name="Mayank Sharma" userId="4cba9c93c0a4f770" providerId="LiveId" clId="{0B3338B5-6F67-4D87-85E8-D6E53D860818}" dt="2024-09-22T16:26:24.135" v="3637" actId="1076"/>
          <ac:picMkLst>
            <pc:docMk/>
            <pc:sldMk cId="275552505" sldId="270"/>
            <ac:picMk id="2054" creationId="{EE3E172E-77D0-1860-4351-9B527E21B33A}"/>
          </ac:picMkLst>
        </pc:picChg>
        <pc:picChg chg="add mod">
          <ac:chgData name="Mayank Sharma" userId="4cba9c93c0a4f770" providerId="LiveId" clId="{0B3338B5-6F67-4D87-85E8-D6E53D860818}" dt="2024-09-22T16:31:42.982" v="3751" actId="1076"/>
          <ac:picMkLst>
            <pc:docMk/>
            <pc:sldMk cId="275552505" sldId="270"/>
            <ac:picMk id="2056" creationId="{0C563C35-BE2B-EA99-790B-CE3783427232}"/>
          </ac:picMkLst>
        </pc:picChg>
        <pc:picChg chg="add mod">
          <ac:chgData name="Mayank Sharma" userId="4cba9c93c0a4f770" providerId="LiveId" clId="{0B3338B5-6F67-4D87-85E8-D6E53D860818}" dt="2024-09-22T16:32:30.806" v="3756" actId="1076"/>
          <ac:picMkLst>
            <pc:docMk/>
            <pc:sldMk cId="275552505" sldId="270"/>
            <ac:picMk id="2058" creationId="{7E1E5C3E-A8D3-59EC-8FF1-8A5D07CB71B7}"/>
          </ac:picMkLst>
        </pc:picChg>
        <pc:picChg chg="add mod">
          <ac:chgData name="Mayank Sharma" userId="4cba9c93c0a4f770" providerId="LiveId" clId="{0B3338B5-6F67-4D87-85E8-D6E53D860818}" dt="2024-09-22T16:34:53.708" v="3807" actId="1076"/>
          <ac:picMkLst>
            <pc:docMk/>
            <pc:sldMk cId="275552505" sldId="270"/>
            <ac:picMk id="2060" creationId="{A9B40C29-5C62-A5C1-8535-51E68710DB7A}"/>
          </ac:picMkLst>
        </pc:picChg>
        <pc:cxnChg chg="add mod">
          <ac:chgData name="Mayank Sharma" userId="4cba9c93c0a4f770" providerId="LiveId" clId="{0B3338B5-6F67-4D87-85E8-D6E53D860818}" dt="2024-09-22T16:16:30.728" v="3570" actId="17032"/>
          <ac:cxnSpMkLst>
            <pc:docMk/>
            <pc:sldMk cId="275552505" sldId="270"/>
            <ac:cxnSpMk id="5" creationId="{88E51D2B-2AE2-8A7A-F60C-464C2CE6D9D2}"/>
          </ac:cxnSpMkLst>
        </pc:cxnChg>
        <pc:cxnChg chg="add mod">
          <ac:chgData name="Mayank Sharma" userId="4cba9c93c0a4f770" providerId="LiveId" clId="{0B3338B5-6F67-4D87-85E8-D6E53D860818}" dt="2024-09-22T16:23:21.501" v="3616" actId="1076"/>
          <ac:cxnSpMkLst>
            <pc:docMk/>
            <pc:sldMk cId="275552505" sldId="270"/>
            <ac:cxnSpMk id="12" creationId="{189F360B-6EF5-D95C-2236-CD5F1AC814EF}"/>
          </ac:cxnSpMkLst>
        </pc:cxnChg>
        <pc:cxnChg chg="add mod">
          <ac:chgData name="Mayank Sharma" userId="4cba9c93c0a4f770" providerId="LiveId" clId="{0B3338B5-6F67-4D87-85E8-D6E53D860818}" dt="2024-09-22T16:23:34.018" v="3618" actId="1076"/>
          <ac:cxnSpMkLst>
            <pc:docMk/>
            <pc:sldMk cId="275552505" sldId="270"/>
            <ac:cxnSpMk id="16" creationId="{8820794D-8BC9-C3A0-88C4-45CFC1E17647}"/>
          </ac:cxnSpMkLst>
        </pc:cxnChg>
        <pc:cxnChg chg="add mod">
          <ac:chgData name="Mayank Sharma" userId="4cba9c93c0a4f770" providerId="LiveId" clId="{0B3338B5-6F67-4D87-85E8-D6E53D860818}" dt="2024-09-22T16:24:19.670" v="3628" actId="1076"/>
          <ac:cxnSpMkLst>
            <pc:docMk/>
            <pc:sldMk cId="275552505" sldId="270"/>
            <ac:cxnSpMk id="19" creationId="{A066ED25-40A2-B028-8635-52C6FDA693C1}"/>
          </ac:cxnSpMkLst>
        </pc:cxnChg>
        <pc:cxnChg chg="add mod">
          <ac:chgData name="Mayank Sharma" userId="4cba9c93c0a4f770" providerId="LiveId" clId="{0B3338B5-6F67-4D87-85E8-D6E53D860818}" dt="2024-09-22T16:26:27.683" v="3638" actId="1076"/>
          <ac:cxnSpMkLst>
            <pc:docMk/>
            <pc:sldMk cId="275552505" sldId="270"/>
            <ac:cxnSpMk id="20" creationId="{A0D4FA7D-C475-E352-DBBA-17A903DDB20D}"/>
          </ac:cxnSpMkLst>
        </pc:cxnChg>
        <pc:cxnChg chg="add mod">
          <ac:chgData name="Mayank Sharma" userId="4cba9c93c0a4f770" providerId="LiveId" clId="{0B3338B5-6F67-4D87-85E8-D6E53D860818}" dt="2024-09-22T16:29:16.566" v="3699" actId="1076"/>
          <ac:cxnSpMkLst>
            <pc:docMk/>
            <pc:sldMk cId="275552505" sldId="270"/>
            <ac:cxnSpMk id="21" creationId="{6FDDE037-540C-2E17-7A97-5DD12C2C838D}"/>
          </ac:cxnSpMkLst>
        </pc:cxnChg>
        <pc:cxnChg chg="add mod">
          <ac:chgData name="Mayank Sharma" userId="4cba9c93c0a4f770" providerId="LiveId" clId="{0B3338B5-6F67-4D87-85E8-D6E53D860818}" dt="2024-09-22T16:29:27.626" v="3701" actId="1076"/>
          <ac:cxnSpMkLst>
            <pc:docMk/>
            <pc:sldMk cId="275552505" sldId="270"/>
            <ac:cxnSpMk id="23" creationId="{0A297401-614E-D934-B608-5DB500AD3E44}"/>
          </ac:cxnSpMkLst>
        </pc:cxnChg>
        <pc:cxnChg chg="add mod">
          <ac:chgData name="Mayank Sharma" userId="4cba9c93c0a4f770" providerId="LiveId" clId="{0B3338B5-6F67-4D87-85E8-D6E53D860818}" dt="2024-09-22T16:30:11.174" v="3716" actId="1076"/>
          <ac:cxnSpMkLst>
            <pc:docMk/>
            <pc:sldMk cId="275552505" sldId="270"/>
            <ac:cxnSpMk id="25" creationId="{5A1B5271-C12D-53A1-9733-9D8B6D72A1DB}"/>
          </ac:cxnSpMkLst>
        </pc:cxnChg>
        <pc:cxnChg chg="add mod">
          <ac:chgData name="Mayank Sharma" userId="4cba9c93c0a4f770" providerId="LiveId" clId="{0B3338B5-6F67-4D87-85E8-D6E53D860818}" dt="2024-09-22T16:30:37.062" v="3723" actId="1076"/>
          <ac:cxnSpMkLst>
            <pc:docMk/>
            <pc:sldMk cId="275552505" sldId="270"/>
            <ac:cxnSpMk id="26" creationId="{A77A6570-9CFB-0D18-77B3-F40B2E99AED4}"/>
          </ac:cxnSpMkLst>
        </pc:cxnChg>
        <pc:cxnChg chg="add mod">
          <ac:chgData name="Mayank Sharma" userId="4cba9c93c0a4f770" providerId="LiveId" clId="{0B3338B5-6F67-4D87-85E8-D6E53D860818}" dt="2024-09-22T16:34:16.247" v="3804" actId="1076"/>
          <ac:cxnSpMkLst>
            <pc:docMk/>
            <pc:sldMk cId="275552505" sldId="270"/>
            <ac:cxnSpMk id="29" creationId="{619F6145-5DFC-EFBA-AD6C-AF03A6155EDC}"/>
          </ac:cxnSpMkLst>
        </pc:cxnChg>
      </pc:sldChg>
      <pc:sldChg chg="addSp delSp modSp mod">
        <pc:chgData name="Mayank Sharma" userId="4cba9c93c0a4f770" providerId="LiveId" clId="{0B3338B5-6F67-4D87-85E8-D6E53D860818}" dt="2024-09-22T17:28:30.133" v="4230" actId="1076"/>
        <pc:sldMkLst>
          <pc:docMk/>
          <pc:sldMk cId="2707451568" sldId="271"/>
        </pc:sldMkLst>
        <pc:spChg chg="add mod">
          <ac:chgData name="Mayank Sharma" userId="4cba9c93c0a4f770" providerId="LiveId" clId="{0B3338B5-6F67-4D87-85E8-D6E53D860818}" dt="2024-09-22T17:02:40.497" v="3916" actId="1076"/>
          <ac:spMkLst>
            <pc:docMk/>
            <pc:sldMk cId="2707451568" sldId="271"/>
            <ac:spMk id="3" creationId="{385D1486-943A-590B-9016-0A88DEBBA884}"/>
          </ac:spMkLst>
        </pc:spChg>
        <pc:spChg chg="add mod">
          <ac:chgData name="Mayank Sharma" userId="4cba9c93c0a4f770" providerId="LiveId" clId="{0B3338B5-6F67-4D87-85E8-D6E53D860818}" dt="2024-09-22T17:05:17.094" v="3939" actId="1076"/>
          <ac:spMkLst>
            <pc:docMk/>
            <pc:sldMk cId="2707451568" sldId="271"/>
            <ac:spMk id="4" creationId="{A672D0D2-B194-3532-E53E-2B66CE1ED97A}"/>
          </ac:spMkLst>
        </pc:spChg>
        <pc:spChg chg="add mod">
          <ac:chgData name="Mayank Sharma" userId="4cba9c93c0a4f770" providerId="LiveId" clId="{0B3338B5-6F67-4D87-85E8-D6E53D860818}" dt="2024-09-22T17:05:19.543" v="3941" actId="113"/>
          <ac:spMkLst>
            <pc:docMk/>
            <pc:sldMk cId="2707451568" sldId="271"/>
            <ac:spMk id="7" creationId="{7EA83815-22C7-EA15-5FC9-573E04BA57DD}"/>
          </ac:spMkLst>
        </pc:spChg>
        <pc:spChg chg="add mod">
          <ac:chgData name="Mayank Sharma" userId="4cba9c93c0a4f770" providerId="LiveId" clId="{0B3338B5-6F67-4D87-85E8-D6E53D860818}" dt="2024-09-22T17:05:23.074" v="3942" actId="1076"/>
          <ac:spMkLst>
            <pc:docMk/>
            <pc:sldMk cId="2707451568" sldId="271"/>
            <ac:spMk id="11" creationId="{8C365B43-91A4-9D50-8AB8-D4439ECCAA15}"/>
          </ac:spMkLst>
        </pc:spChg>
        <pc:spChg chg="add mod">
          <ac:chgData name="Mayank Sharma" userId="4cba9c93c0a4f770" providerId="LiveId" clId="{0B3338B5-6F67-4D87-85E8-D6E53D860818}" dt="2024-09-22T17:07:18.670" v="3985" actId="1076"/>
          <ac:spMkLst>
            <pc:docMk/>
            <pc:sldMk cId="2707451568" sldId="271"/>
            <ac:spMk id="13" creationId="{0A785942-0769-6FA5-63F6-2BD423CBE002}"/>
          </ac:spMkLst>
        </pc:spChg>
        <pc:spChg chg="add mod">
          <ac:chgData name="Mayank Sharma" userId="4cba9c93c0a4f770" providerId="LiveId" clId="{0B3338B5-6F67-4D87-85E8-D6E53D860818}" dt="2024-09-22T17:07:29.183" v="3990" actId="1076"/>
          <ac:spMkLst>
            <pc:docMk/>
            <pc:sldMk cId="2707451568" sldId="271"/>
            <ac:spMk id="14" creationId="{63AC10A6-79B6-7DA7-C7C4-B049FBECE177}"/>
          </ac:spMkLst>
        </pc:spChg>
        <pc:spChg chg="add mod">
          <ac:chgData name="Mayank Sharma" userId="4cba9c93c0a4f770" providerId="LiveId" clId="{0B3338B5-6F67-4D87-85E8-D6E53D860818}" dt="2024-09-22T17:17:22.489" v="4170" actId="1076"/>
          <ac:spMkLst>
            <pc:docMk/>
            <pc:sldMk cId="2707451568" sldId="271"/>
            <ac:spMk id="15" creationId="{605AF932-0023-A19B-CE81-1C550868F5D3}"/>
          </ac:spMkLst>
        </pc:spChg>
        <pc:spChg chg="add mod">
          <ac:chgData name="Mayank Sharma" userId="4cba9c93c0a4f770" providerId="LiveId" clId="{0B3338B5-6F67-4D87-85E8-D6E53D860818}" dt="2024-09-22T17:08:41.381" v="4003" actId="14100"/>
          <ac:spMkLst>
            <pc:docMk/>
            <pc:sldMk cId="2707451568" sldId="271"/>
            <ac:spMk id="17" creationId="{3F70491D-EC46-B16B-FE8B-946B61324CDB}"/>
          </ac:spMkLst>
        </pc:spChg>
        <pc:spChg chg="add mod">
          <ac:chgData name="Mayank Sharma" userId="4cba9c93c0a4f770" providerId="LiveId" clId="{0B3338B5-6F67-4D87-85E8-D6E53D860818}" dt="2024-09-22T17:08:19.256" v="3997" actId="207"/>
          <ac:spMkLst>
            <pc:docMk/>
            <pc:sldMk cId="2707451568" sldId="271"/>
            <ac:spMk id="18" creationId="{F67FEB97-BEE6-DA7D-EE5F-3021CB0356C3}"/>
          </ac:spMkLst>
        </pc:spChg>
        <pc:spChg chg="add mod">
          <ac:chgData name="Mayank Sharma" userId="4cba9c93c0a4f770" providerId="LiveId" clId="{0B3338B5-6F67-4D87-85E8-D6E53D860818}" dt="2024-09-22T17:11:00.421" v="4035" actId="1076"/>
          <ac:spMkLst>
            <pc:docMk/>
            <pc:sldMk cId="2707451568" sldId="271"/>
            <ac:spMk id="19" creationId="{1C999E86-0EC5-5865-DE7C-BDE2F5A46AB4}"/>
          </ac:spMkLst>
        </pc:spChg>
        <pc:spChg chg="add mod">
          <ac:chgData name="Mayank Sharma" userId="4cba9c93c0a4f770" providerId="LiveId" clId="{0B3338B5-6F67-4D87-85E8-D6E53D860818}" dt="2024-09-22T17:11:04.153" v="4038" actId="1076"/>
          <ac:spMkLst>
            <pc:docMk/>
            <pc:sldMk cId="2707451568" sldId="271"/>
            <ac:spMk id="20" creationId="{35EF83C3-A239-1067-E16F-2A04B9023104}"/>
          </ac:spMkLst>
        </pc:spChg>
        <pc:spChg chg="add">
          <ac:chgData name="Mayank Sharma" userId="4cba9c93c0a4f770" providerId="LiveId" clId="{0B3338B5-6F67-4D87-85E8-D6E53D860818}" dt="2024-09-22T17:09:48.413" v="4012"/>
          <ac:spMkLst>
            <pc:docMk/>
            <pc:sldMk cId="2707451568" sldId="271"/>
            <ac:spMk id="21" creationId="{2B20CA5A-8CEB-BD26-5790-A83D03575905}"/>
          </ac:spMkLst>
        </pc:spChg>
        <pc:spChg chg="add del mod">
          <ac:chgData name="Mayank Sharma" userId="4cba9c93c0a4f770" providerId="LiveId" clId="{0B3338B5-6F67-4D87-85E8-D6E53D860818}" dt="2024-09-22T17:10:09.463" v="4022"/>
          <ac:spMkLst>
            <pc:docMk/>
            <pc:sldMk cId="2707451568" sldId="271"/>
            <ac:spMk id="22" creationId="{98353F00-630B-1CD3-35B9-3D92CE467AE3}"/>
          </ac:spMkLst>
        </pc:spChg>
        <pc:spChg chg="add del mod">
          <ac:chgData name="Mayank Sharma" userId="4cba9c93c0a4f770" providerId="LiveId" clId="{0B3338B5-6F67-4D87-85E8-D6E53D860818}" dt="2024-09-22T17:11:00.867" v="4037"/>
          <ac:spMkLst>
            <pc:docMk/>
            <pc:sldMk cId="2707451568" sldId="271"/>
            <ac:spMk id="25" creationId="{92AF5336-25D4-125F-380A-113E04D0DC69}"/>
          </ac:spMkLst>
        </pc:spChg>
        <pc:spChg chg="add mod">
          <ac:chgData name="Mayank Sharma" userId="4cba9c93c0a4f770" providerId="LiveId" clId="{0B3338B5-6F67-4D87-85E8-D6E53D860818}" dt="2024-09-22T17:13:56.118" v="4100" actId="12"/>
          <ac:spMkLst>
            <pc:docMk/>
            <pc:sldMk cId="2707451568" sldId="271"/>
            <ac:spMk id="26" creationId="{F6C47987-B576-16A7-5941-C0141C93076F}"/>
          </ac:spMkLst>
        </pc:spChg>
        <pc:spChg chg="add mod">
          <ac:chgData name="Mayank Sharma" userId="4cba9c93c0a4f770" providerId="LiveId" clId="{0B3338B5-6F67-4D87-85E8-D6E53D860818}" dt="2024-09-22T17:17:20.376" v="4169" actId="1076"/>
          <ac:spMkLst>
            <pc:docMk/>
            <pc:sldMk cId="2707451568" sldId="271"/>
            <ac:spMk id="27" creationId="{520DA2F9-6918-52EC-1D08-FF2C2B6113DD}"/>
          </ac:spMkLst>
        </pc:spChg>
        <pc:spChg chg="add mod">
          <ac:chgData name="Mayank Sharma" userId="4cba9c93c0a4f770" providerId="LiveId" clId="{0B3338B5-6F67-4D87-85E8-D6E53D860818}" dt="2024-09-22T17:11:47.043" v="4046" actId="14100"/>
          <ac:spMkLst>
            <pc:docMk/>
            <pc:sldMk cId="2707451568" sldId="271"/>
            <ac:spMk id="28" creationId="{9F110973-8913-EEFB-47C7-1F00C9B4D0D9}"/>
          </ac:spMkLst>
        </pc:spChg>
        <pc:spChg chg="add mod">
          <ac:chgData name="Mayank Sharma" userId="4cba9c93c0a4f770" providerId="LiveId" clId="{0B3338B5-6F67-4D87-85E8-D6E53D860818}" dt="2024-09-22T17:13:15.659" v="4091" actId="1076"/>
          <ac:spMkLst>
            <pc:docMk/>
            <pc:sldMk cId="2707451568" sldId="271"/>
            <ac:spMk id="29" creationId="{202644CF-C6C9-32C1-E53D-B805E2ACA196}"/>
          </ac:spMkLst>
        </pc:spChg>
        <pc:spChg chg="add mod">
          <ac:chgData name="Mayank Sharma" userId="4cba9c93c0a4f770" providerId="LiveId" clId="{0B3338B5-6F67-4D87-85E8-D6E53D860818}" dt="2024-09-22T17:13:05.956" v="4087" actId="1076"/>
          <ac:spMkLst>
            <pc:docMk/>
            <pc:sldMk cId="2707451568" sldId="271"/>
            <ac:spMk id="30" creationId="{A3B19C16-267C-C9CC-54EA-5D0F4B1C17CC}"/>
          </ac:spMkLst>
        </pc:spChg>
        <pc:spChg chg="add mod">
          <ac:chgData name="Mayank Sharma" userId="4cba9c93c0a4f770" providerId="LiveId" clId="{0B3338B5-6F67-4D87-85E8-D6E53D860818}" dt="2024-09-22T17:13:10.027" v="4088" actId="1076"/>
          <ac:spMkLst>
            <pc:docMk/>
            <pc:sldMk cId="2707451568" sldId="271"/>
            <ac:spMk id="31" creationId="{BFA949EF-D2DD-A30C-E433-4E864671AA98}"/>
          </ac:spMkLst>
        </pc:spChg>
        <pc:spChg chg="add mod">
          <ac:chgData name="Mayank Sharma" userId="4cba9c93c0a4f770" providerId="LiveId" clId="{0B3338B5-6F67-4D87-85E8-D6E53D860818}" dt="2024-09-22T17:14:08.393" v="4103" actId="14100"/>
          <ac:spMkLst>
            <pc:docMk/>
            <pc:sldMk cId="2707451568" sldId="271"/>
            <ac:spMk id="32" creationId="{20782EFD-1457-257F-E5F3-2C011C4CD91E}"/>
          </ac:spMkLst>
        </pc:spChg>
        <pc:spChg chg="add mod">
          <ac:chgData name="Mayank Sharma" userId="4cba9c93c0a4f770" providerId="LiveId" clId="{0B3338B5-6F67-4D87-85E8-D6E53D860818}" dt="2024-09-22T17:14:20.047" v="4105" actId="1076"/>
          <ac:spMkLst>
            <pc:docMk/>
            <pc:sldMk cId="2707451568" sldId="271"/>
            <ac:spMk id="33" creationId="{C910E9B2-6049-D54E-F5EB-66233A5977F1}"/>
          </ac:spMkLst>
        </pc:spChg>
        <pc:spChg chg="add mod">
          <ac:chgData name="Mayank Sharma" userId="4cba9c93c0a4f770" providerId="LiveId" clId="{0B3338B5-6F67-4D87-85E8-D6E53D860818}" dt="2024-09-22T17:17:40.798" v="4174" actId="1076"/>
          <ac:spMkLst>
            <pc:docMk/>
            <pc:sldMk cId="2707451568" sldId="271"/>
            <ac:spMk id="34" creationId="{C6625B58-5811-3542-1833-B8102353FFB3}"/>
          </ac:spMkLst>
        </pc:spChg>
        <pc:spChg chg="add mod">
          <ac:chgData name="Mayank Sharma" userId="4cba9c93c0a4f770" providerId="LiveId" clId="{0B3338B5-6F67-4D87-85E8-D6E53D860818}" dt="2024-09-22T17:16:32.626" v="4157" actId="14100"/>
          <ac:spMkLst>
            <pc:docMk/>
            <pc:sldMk cId="2707451568" sldId="271"/>
            <ac:spMk id="36" creationId="{AD3F8A67-B053-7093-DAD4-8937F7E93BF9}"/>
          </ac:spMkLst>
        </pc:spChg>
        <pc:spChg chg="add mod">
          <ac:chgData name="Mayank Sharma" userId="4cba9c93c0a4f770" providerId="LiveId" clId="{0B3338B5-6F67-4D87-85E8-D6E53D860818}" dt="2024-09-22T17:15:08.708" v="4121" actId="20577"/>
          <ac:spMkLst>
            <pc:docMk/>
            <pc:sldMk cId="2707451568" sldId="271"/>
            <ac:spMk id="37" creationId="{5C878C58-3FAA-3CDC-DC34-3175F1C6D204}"/>
          </ac:spMkLst>
        </pc:spChg>
        <pc:spChg chg="add del mod">
          <ac:chgData name="Mayank Sharma" userId="4cba9c93c0a4f770" providerId="LiveId" clId="{0B3338B5-6F67-4D87-85E8-D6E53D860818}" dt="2024-09-22T17:15:59.392" v="4131"/>
          <ac:spMkLst>
            <pc:docMk/>
            <pc:sldMk cId="2707451568" sldId="271"/>
            <ac:spMk id="39" creationId="{F1F3377C-9F17-B25F-981F-E63ACF5E4752}"/>
          </ac:spMkLst>
        </pc:spChg>
        <pc:spChg chg="add mod">
          <ac:chgData name="Mayank Sharma" userId="4cba9c93c0a4f770" providerId="LiveId" clId="{0B3338B5-6F67-4D87-85E8-D6E53D860818}" dt="2024-09-22T17:16:41.501" v="4159" actId="14100"/>
          <ac:spMkLst>
            <pc:docMk/>
            <pc:sldMk cId="2707451568" sldId="271"/>
            <ac:spMk id="40" creationId="{724D1C91-EF46-E91F-10F5-65E62A9FB884}"/>
          </ac:spMkLst>
        </pc:spChg>
        <pc:spChg chg="add mod">
          <ac:chgData name="Mayank Sharma" userId="4cba9c93c0a4f770" providerId="LiveId" clId="{0B3338B5-6F67-4D87-85E8-D6E53D860818}" dt="2024-09-22T17:17:05.072" v="4166" actId="20577"/>
          <ac:spMkLst>
            <pc:docMk/>
            <pc:sldMk cId="2707451568" sldId="271"/>
            <ac:spMk id="41" creationId="{B303F2D4-F71C-19E8-8846-E0E8E3A9D0BA}"/>
          </ac:spMkLst>
        </pc:spChg>
        <pc:spChg chg="add mod">
          <ac:chgData name="Mayank Sharma" userId="4cba9c93c0a4f770" providerId="LiveId" clId="{0B3338B5-6F67-4D87-85E8-D6E53D860818}" dt="2024-09-22T17:17:15.795" v="4168" actId="1076"/>
          <ac:spMkLst>
            <pc:docMk/>
            <pc:sldMk cId="2707451568" sldId="271"/>
            <ac:spMk id="42" creationId="{4720AC70-1014-24AF-532E-6AFDBA91E76A}"/>
          </ac:spMkLst>
        </pc:spChg>
        <pc:spChg chg="add del mod">
          <ac:chgData name="Mayank Sharma" userId="4cba9c93c0a4f770" providerId="LiveId" clId="{0B3338B5-6F67-4D87-85E8-D6E53D860818}" dt="2024-09-22T17:17:58.972" v="4183"/>
          <ac:spMkLst>
            <pc:docMk/>
            <pc:sldMk cId="2707451568" sldId="271"/>
            <ac:spMk id="44" creationId="{E7C15F52-5C11-BFF0-030A-B569FB6A0E04}"/>
          </ac:spMkLst>
        </pc:spChg>
        <pc:spChg chg="add mod">
          <ac:chgData name="Mayank Sharma" userId="4cba9c93c0a4f770" providerId="LiveId" clId="{0B3338B5-6F67-4D87-85E8-D6E53D860818}" dt="2024-09-22T17:17:54.769" v="4180" actId="1076"/>
          <ac:spMkLst>
            <pc:docMk/>
            <pc:sldMk cId="2707451568" sldId="271"/>
            <ac:spMk id="45" creationId="{2473F89E-A393-E4BA-74C0-C325E4FEEA61}"/>
          </ac:spMkLst>
        </pc:spChg>
        <pc:spChg chg="add mod">
          <ac:chgData name="Mayank Sharma" userId="4cba9c93c0a4f770" providerId="LiveId" clId="{0B3338B5-6F67-4D87-85E8-D6E53D860818}" dt="2024-09-22T17:18:23.556" v="4188" actId="20577"/>
          <ac:spMkLst>
            <pc:docMk/>
            <pc:sldMk cId="2707451568" sldId="271"/>
            <ac:spMk id="46" creationId="{3CB4A032-5BAF-FE2E-BFCF-848710E8B1D7}"/>
          </ac:spMkLst>
        </pc:spChg>
        <pc:spChg chg="add mod">
          <ac:chgData name="Mayank Sharma" userId="4cba9c93c0a4f770" providerId="LiveId" clId="{0B3338B5-6F67-4D87-85E8-D6E53D860818}" dt="2024-09-22T17:27:12.660" v="4223" actId="14100"/>
          <ac:spMkLst>
            <pc:docMk/>
            <pc:sldMk cId="2707451568" sldId="271"/>
            <ac:spMk id="49" creationId="{55989502-78B4-2269-1848-AA2825772DEC}"/>
          </ac:spMkLst>
        </pc:spChg>
        <pc:spChg chg="add mod">
          <ac:chgData name="Mayank Sharma" userId="4cba9c93c0a4f770" providerId="LiveId" clId="{0B3338B5-6F67-4D87-85E8-D6E53D860818}" dt="2024-09-22T17:28:30.133" v="4230" actId="1076"/>
          <ac:spMkLst>
            <pc:docMk/>
            <pc:sldMk cId="2707451568" sldId="271"/>
            <ac:spMk id="50" creationId="{B916006A-F82A-2F75-C979-701807BDD3A2}"/>
          </ac:spMkLst>
        </pc:spChg>
        <pc:picChg chg="add mod">
          <ac:chgData name="Mayank Sharma" userId="4cba9c93c0a4f770" providerId="LiveId" clId="{0B3338B5-6F67-4D87-85E8-D6E53D860818}" dt="2024-09-21T21:56:49.972" v="2673"/>
          <ac:picMkLst>
            <pc:docMk/>
            <pc:sldMk cId="2707451568" sldId="271"/>
            <ac:picMk id="2" creationId="{BE30474F-A152-CCC2-0F23-54D3B7D675D4}"/>
          </ac:picMkLst>
        </pc:picChg>
        <pc:picChg chg="add">
          <ac:chgData name="Mayank Sharma" userId="4cba9c93c0a4f770" providerId="LiveId" clId="{0B3338B5-6F67-4D87-85E8-D6E53D860818}" dt="2024-09-22T17:10:08.189" v="4020"/>
          <ac:picMkLst>
            <pc:docMk/>
            <pc:sldMk cId="2707451568" sldId="271"/>
            <ac:picMk id="23" creationId="{81662202-219D-BE6A-2BC9-B36B02938CBB}"/>
          </ac:picMkLst>
        </pc:picChg>
        <pc:picChg chg="add mod modCrop">
          <ac:chgData name="Mayank Sharma" userId="4cba9c93c0a4f770" providerId="LiveId" clId="{0B3338B5-6F67-4D87-85E8-D6E53D860818}" dt="2024-09-22T17:27:19.487" v="4224" actId="14100"/>
          <ac:picMkLst>
            <pc:docMk/>
            <pc:sldMk cId="2707451568" sldId="271"/>
            <ac:picMk id="48" creationId="{DBC6F578-8E38-6205-C8E3-D3FB6316154E}"/>
          </ac:picMkLst>
        </pc:picChg>
        <pc:picChg chg="add del mod">
          <ac:chgData name="Mayank Sharma" userId="4cba9c93c0a4f770" providerId="LiveId" clId="{0B3338B5-6F67-4D87-85E8-D6E53D860818}" dt="2024-09-22T17:09:57.887" v="4018" actId="21"/>
          <ac:picMkLst>
            <pc:docMk/>
            <pc:sldMk cId="2707451568" sldId="271"/>
            <ac:picMk id="1026" creationId="{B00785B2-1C30-8B49-FB58-3AF88E853AC4}"/>
          </ac:picMkLst>
        </pc:picChg>
        <pc:picChg chg="add del mod">
          <ac:chgData name="Mayank Sharma" userId="4cba9c93c0a4f770" providerId="LiveId" clId="{0B3338B5-6F67-4D87-85E8-D6E53D860818}" dt="2024-09-22T16:58:02.741" v="3889" actId="478"/>
          <ac:picMkLst>
            <pc:docMk/>
            <pc:sldMk cId="2707451568" sldId="271"/>
            <ac:picMk id="2050" creationId="{4ECA2950-B737-26F1-F2DB-693D90CA5F5E}"/>
          </ac:picMkLst>
        </pc:picChg>
        <pc:cxnChg chg="add mod">
          <ac:chgData name="Mayank Sharma" userId="4cba9c93c0a4f770" providerId="LiveId" clId="{0B3338B5-6F67-4D87-85E8-D6E53D860818}" dt="2024-09-22T17:09:51.129" v="4014" actId="1076"/>
          <ac:cxnSpMkLst>
            <pc:docMk/>
            <pc:sldMk cId="2707451568" sldId="271"/>
            <ac:cxnSpMk id="9" creationId="{876D1EEA-5041-DEED-A41A-F6D018398662}"/>
          </ac:cxnSpMkLst>
        </pc:cxnChg>
      </pc:sldChg>
      <pc:sldChg chg="add del">
        <pc:chgData name="Mayank Sharma" userId="4cba9c93c0a4f770" providerId="LiveId" clId="{0B3338B5-6F67-4D87-85E8-D6E53D860818}" dt="2024-09-21T21:38:25.508" v="2445"/>
        <pc:sldMkLst>
          <pc:docMk/>
          <pc:sldMk cId="1301676202" sldId="272"/>
        </pc:sldMkLst>
      </pc:sldChg>
      <pc:sldChg chg="addSp delSp new del mod">
        <pc:chgData name="Mayank Sharma" userId="4cba9c93c0a4f770" providerId="LiveId" clId="{0B3338B5-6F67-4D87-85E8-D6E53D860818}" dt="2024-09-22T16:58:08.270" v="3890" actId="2696"/>
        <pc:sldMkLst>
          <pc:docMk/>
          <pc:sldMk cId="1325279706" sldId="272"/>
        </pc:sldMkLst>
        <pc:spChg chg="del">
          <ac:chgData name="Mayank Sharma" userId="4cba9c93c0a4f770" providerId="LiveId" clId="{0B3338B5-6F67-4D87-85E8-D6E53D860818}" dt="2024-09-22T16:36:27.964" v="3832" actId="478"/>
          <ac:spMkLst>
            <pc:docMk/>
            <pc:sldMk cId="1325279706" sldId="272"/>
            <ac:spMk id="2" creationId="{1D833BFF-65F5-7E3E-0339-5F00C47119FA}"/>
          </ac:spMkLst>
        </pc:spChg>
        <pc:spChg chg="del">
          <ac:chgData name="Mayank Sharma" userId="4cba9c93c0a4f770" providerId="LiveId" clId="{0B3338B5-6F67-4D87-85E8-D6E53D860818}" dt="2024-09-22T16:36:25.951" v="3831" actId="478"/>
          <ac:spMkLst>
            <pc:docMk/>
            <pc:sldMk cId="1325279706" sldId="272"/>
            <ac:spMk id="3" creationId="{4FC4A811-A6B2-5DA2-B3C5-FC2CE10E9C19}"/>
          </ac:spMkLst>
        </pc:spChg>
        <pc:picChg chg="add">
          <ac:chgData name="Mayank Sharma" userId="4cba9c93c0a4f770" providerId="LiveId" clId="{0B3338B5-6F67-4D87-85E8-D6E53D860818}" dt="2024-09-22T16:36:29.274" v="3833"/>
          <ac:picMkLst>
            <pc:docMk/>
            <pc:sldMk cId="1325279706" sldId="272"/>
            <ac:picMk id="4098" creationId="{6E139F58-6822-6F2E-D342-EDF0EB65A4BB}"/>
          </ac:picMkLst>
        </pc:picChg>
      </pc:sldChg>
      <pc:sldChg chg="delSp new del mod">
        <pc:chgData name="Mayank Sharma" userId="4cba9c93c0a4f770" providerId="LiveId" clId="{0B3338B5-6F67-4D87-85E8-D6E53D860818}" dt="2024-09-22T17:31:50.311" v="4251" actId="47"/>
        <pc:sldMkLst>
          <pc:docMk/>
          <pc:sldMk cId="2049295916" sldId="272"/>
        </pc:sldMkLst>
        <pc:spChg chg="del">
          <ac:chgData name="Mayank Sharma" userId="4cba9c93c0a4f770" providerId="LiveId" clId="{0B3338B5-6F67-4D87-85E8-D6E53D860818}" dt="2024-09-22T17:30:37.831" v="4240" actId="478"/>
          <ac:spMkLst>
            <pc:docMk/>
            <pc:sldMk cId="2049295916" sldId="272"/>
            <ac:spMk id="2" creationId="{8CD24B1B-7009-A6CE-A100-C0E88EAAEAD2}"/>
          </ac:spMkLst>
        </pc:spChg>
        <pc:spChg chg="del">
          <ac:chgData name="Mayank Sharma" userId="4cba9c93c0a4f770" providerId="LiveId" clId="{0B3338B5-6F67-4D87-85E8-D6E53D860818}" dt="2024-09-22T17:30:36.737" v="4239" actId="478"/>
          <ac:spMkLst>
            <pc:docMk/>
            <pc:sldMk cId="2049295916" sldId="272"/>
            <ac:spMk id="3" creationId="{4F20AB7B-A1A1-A149-8C5A-7BE082E61AEC}"/>
          </ac:spMkLst>
        </pc:spChg>
      </pc:sldChg>
      <pc:sldChg chg="delSp new del mod">
        <pc:chgData name="Mayank Sharma" userId="4cba9c93c0a4f770" providerId="LiveId" clId="{0B3338B5-6F67-4D87-85E8-D6E53D860818}" dt="2024-09-22T17:29:21.088" v="4237" actId="47"/>
        <pc:sldMkLst>
          <pc:docMk/>
          <pc:sldMk cId="2077103870" sldId="272"/>
        </pc:sldMkLst>
        <pc:spChg chg="del">
          <ac:chgData name="Mayank Sharma" userId="4cba9c93c0a4f770" providerId="LiveId" clId="{0B3338B5-6F67-4D87-85E8-D6E53D860818}" dt="2024-09-22T17:29:16.315" v="4233" actId="478"/>
          <ac:spMkLst>
            <pc:docMk/>
            <pc:sldMk cId="2077103870" sldId="272"/>
            <ac:spMk id="2" creationId="{CFED3839-4873-F424-A247-9E4E3652BEBE}"/>
          </ac:spMkLst>
        </pc:spChg>
        <pc:spChg chg="del">
          <ac:chgData name="Mayank Sharma" userId="4cba9c93c0a4f770" providerId="LiveId" clId="{0B3338B5-6F67-4D87-85E8-D6E53D860818}" dt="2024-09-22T17:29:15.195" v="4232" actId="478"/>
          <ac:spMkLst>
            <pc:docMk/>
            <pc:sldMk cId="2077103870" sldId="272"/>
            <ac:spMk id="3" creationId="{EA1F5F0F-5F5E-B68B-A969-ACDA953B44F0}"/>
          </ac:spMkLst>
        </pc:spChg>
      </pc:sldChg>
      <pc:sldMasterChg chg="setBg modSldLayout">
        <pc:chgData name="Mayank Sharma" userId="4cba9c93c0a4f770" providerId="LiveId" clId="{0B3338B5-6F67-4D87-85E8-D6E53D860818}" dt="2024-09-21T19:40:33.541" v="1245"/>
        <pc:sldMasterMkLst>
          <pc:docMk/>
          <pc:sldMasterMk cId="1421754836" sldId="2147483660"/>
        </pc:sldMasterMkLst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3103835101" sldId="2147483661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762027128" sldId="2147483662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603950578" sldId="2147483663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655189065" sldId="2147483664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3690041104" sldId="2147483665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435263023" sldId="2147483666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1600094326" sldId="2147483667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4017035689" sldId="2147483668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3144544725" sldId="2147483669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534194667" sldId="2147483670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3941265776" sldId="2147483671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489317354" sldId="2147483672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013165925" sldId="2147483673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621075197" sldId="2147483674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409769453" sldId="2147483675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1851233812" sldId="2147483676"/>
          </pc:sldLayoutMkLst>
        </pc:sldLayoutChg>
        <pc:sldLayoutChg chg="setBg">
          <pc:chgData name="Mayank Sharma" userId="4cba9c93c0a4f770" providerId="LiveId" clId="{0B3338B5-6F67-4D87-85E8-D6E53D860818}" dt="2024-09-21T19:40:33.541" v="1245"/>
          <pc:sldLayoutMkLst>
            <pc:docMk/>
            <pc:sldMasterMk cId="1421754836" sldId="2147483660"/>
            <pc:sldLayoutMk cId="2861694053" sldId="2147483677"/>
          </pc:sldLayoutMkLst>
        </pc:sldLayoutChg>
      </pc:sldMasterChg>
    </pc:docChg>
  </pc:docChgLst>
  <pc:docChgLst>
    <pc:chgData name="Guest User" providerId="Windows Live" clId="Web-{1645CF67-42BD-4DD7-8947-C5BCAAFB4056}"/>
    <pc:docChg chg="modSld">
      <pc:chgData name="Guest User" userId="" providerId="Windows Live" clId="Web-{1645CF67-42BD-4DD7-8947-C5BCAAFB4056}" dt="2024-09-21T19:26:50.367" v="63" actId="1076"/>
      <pc:docMkLst>
        <pc:docMk/>
      </pc:docMkLst>
      <pc:sldChg chg="addSp delSp modSp">
        <pc:chgData name="Guest User" userId="" providerId="Windows Live" clId="Web-{1645CF67-42BD-4DD7-8947-C5BCAAFB4056}" dt="2024-09-21T19:26:50.367" v="63" actId="1076"/>
        <pc:sldMkLst>
          <pc:docMk/>
          <pc:sldMk cId="854672578" sldId="266"/>
        </pc:sldMkLst>
        <pc:spChg chg="add mod">
          <ac:chgData name="Guest User" userId="" providerId="Windows Live" clId="Web-{1645CF67-42BD-4DD7-8947-C5BCAAFB4056}" dt="2024-09-21T19:26:50.367" v="63" actId="1076"/>
          <ac:spMkLst>
            <pc:docMk/>
            <pc:sldMk cId="854672578" sldId="266"/>
            <ac:spMk id="20" creationId="{D773DAEB-54E7-1CF0-8A93-9BE4207BBE68}"/>
          </ac:spMkLst>
        </pc:spChg>
        <pc:picChg chg="add mod">
          <ac:chgData name="Guest User" userId="" providerId="Windows Live" clId="Web-{1645CF67-42BD-4DD7-8947-C5BCAAFB4056}" dt="2024-09-21T18:48:05.371" v="27" actId="1076"/>
          <ac:picMkLst>
            <pc:docMk/>
            <pc:sldMk cId="854672578" sldId="266"/>
            <ac:picMk id="19" creationId="{497A963F-E295-299A-6ABF-CFCC3004EFEE}"/>
          </ac:picMkLst>
        </pc:picChg>
        <pc:picChg chg="add del mod modCrop">
          <ac:chgData name="Guest User" userId="" providerId="Windows Live" clId="Web-{1645CF67-42BD-4DD7-8947-C5BCAAFB4056}" dt="2024-09-21T16:30:08.960" v="22"/>
          <ac:picMkLst>
            <pc:docMk/>
            <pc:sldMk cId="854672578" sldId="266"/>
            <ac:picMk id="38" creationId="{A6620A2B-E7FE-6873-FC5B-B705940F0154}"/>
          </ac:picMkLst>
        </pc:picChg>
        <pc:picChg chg="add del mod modCrop">
          <ac:chgData name="Guest User" userId="" providerId="Windows Live" clId="Web-{1645CF67-42BD-4DD7-8947-C5BCAAFB4056}" dt="2024-09-21T14:46:18.514" v="5"/>
          <ac:picMkLst>
            <pc:docMk/>
            <pc:sldMk cId="854672578" sldId="266"/>
            <ac:picMk id="1243" creationId="{5D6A8ACA-9367-2A73-62A7-B4F06339D362}"/>
          </ac:picMkLst>
        </pc:picChg>
      </pc:sldChg>
      <pc:sldChg chg="addSp delSp modSp">
        <pc:chgData name="Guest User" userId="" providerId="Windows Live" clId="Web-{1645CF67-42BD-4DD7-8947-C5BCAAFB4056}" dt="2024-09-21T16:27:24.783" v="12" actId="1076"/>
        <pc:sldMkLst>
          <pc:docMk/>
          <pc:sldMk cId="3908709445" sldId="267"/>
        </pc:sldMkLst>
        <pc:picChg chg="add del mod">
          <ac:chgData name="Guest User" userId="" providerId="Windows Live" clId="Web-{1645CF67-42BD-4DD7-8947-C5BCAAFB4056}" dt="2024-09-21T16:27:24.783" v="12" actId="1076"/>
          <ac:picMkLst>
            <pc:docMk/>
            <pc:sldMk cId="3908709445" sldId="267"/>
            <ac:picMk id="2" creationId="{34A275B3-BF95-08EE-7C02-238D6FD6999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D71CB8-755F-4CD4-898D-64F7737F805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E64FC4-7DCD-4693-BD81-F2DE3C241638}">
      <dgm:prSet/>
      <dgm:spPr>
        <a:solidFill>
          <a:srgbClr val="002060"/>
        </a:solidFill>
      </dgm:spPr>
      <dgm:t>
        <a:bodyPr/>
        <a:lstStyle/>
        <a:p>
          <a:pPr algn="ctr"/>
          <a:r>
            <a:rPr lang="en-US" b="0" i="0"/>
            <a:t>Finshots is a </a:t>
          </a:r>
          <a:r>
            <a:rPr lang="en-US" b="0" i="0">
              <a:solidFill>
                <a:srgbClr val="FFFF00"/>
              </a:solidFill>
            </a:rPr>
            <a:t>3-minute daily newsletter </a:t>
          </a:r>
          <a:r>
            <a:rPr lang="en-US" b="0" i="0"/>
            <a:t>which uses storytelling as their secret sauce</a:t>
          </a:r>
          <a:endParaRPr lang="en-US"/>
        </a:p>
      </dgm:t>
    </dgm:pt>
    <dgm:pt modelId="{B9E5757A-083C-451F-A2A7-D8CE41C6DAC4}" type="parTrans" cxnId="{732BC43C-B189-4E71-9F90-0DE3D5AB4157}">
      <dgm:prSet/>
      <dgm:spPr/>
      <dgm:t>
        <a:bodyPr/>
        <a:lstStyle/>
        <a:p>
          <a:endParaRPr lang="en-US"/>
        </a:p>
      </dgm:t>
    </dgm:pt>
    <dgm:pt modelId="{1E773299-D254-4F0A-B554-47F0BD8A2D1F}" type="sibTrans" cxnId="{732BC43C-B189-4E71-9F90-0DE3D5AB4157}">
      <dgm:prSet/>
      <dgm:spPr/>
      <dgm:t>
        <a:bodyPr/>
        <a:lstStyle/>
        <a:p>
          <a:endParaRPr lang="en-US"/>
        </a:p>
      </dgm:t>
    </dgm:pt>
    <dgm:pt modelId="{8A8254F7-FC5F-40EF-83A0-7F2C6AD0ACCC}" type="pres">
      <dgm:prSet presAssocID="{91D71CB8-755F-4CD4-898D-64F7737F805E}" presName="linear" presStyleCnt="0">
        <dgm:presLayoutVars>
          <dgm:animLvl val="lvl"/>
          <dgm:resizeHandles val="exact"/>
        </dgm:presLayoutVars>
      </dgm:prSet>
      <dgm:spPr/>
    </dgm:pt>
    <dgm:pt modelId="{F1DF4124-A8A7-4B0E-89F5-79A4DA3831B1}" type="pres">
      <dgm:prSet presAssocID="{2DE64FC4-7DCD-4693-BD81-F2DE3C241638}" presName="parentText" presStyleLbl="node1" presStyleIdx="0" presStyleCnt="1" custLinFactNeighborY="-30453">
        <dgm:presLayoutVars>
          <dgm:chMax val="0"/>
          <dgm:bulletEnabled val="1"/>
        </dgm:presLayoutVars>
      </dgm:prSet>
      <dgm:spPr/>
    </dgm:pt>
  </dgm:ptLst>
  <dgm:cxnLst>
    <dgm:cxn modelId="{8C8D6219-583E-438E-9B53-D6E0128A07CE}" type="presOf" srcId="{91D71CB8-755F-4CD4-898D-64F7737F805E}" destId="{8A8254F7-FC5F-40EF-83A0-7F2C6AD0ACCC}" srcOrd="0" destOrd="0" presId="urn:microsoft.com/office/officeart/2005/8/layout/vList2"/>
    <dgm:cxn modelId="{732BC43C-B189-4E71-9F90-0DE3D5AB4157}" srcId="{91D71CB8-755F-4CD4-898D-64F7737F805E}" destId="{2DE64FC4-7DCD-4693-BD81-F2DE3C241638}" srcOrd="0" destOrd="0" parTransId="{B9E5757A-083C-451F-A2A7-D8CE41C6DAC4}" sibTransId="{1E773299-D254-4F0A-B554-47F0BD8A2D1F}"/>
    <dgm:cxn modelId="{C2CC4B78-5ECD-41CC-A123-936625B67A5B}" type="presOf" srcId="{2DE64FC4-7DCD-4693-BD81-F2DE3C241638}" destId="{F1DF4124-A8A7-4B0E-89F5-79A4DA3831B1}" srcOrd="0" destOrd="0" presId="urn:microsoft.com/office/officeart/2005/8/layout/vList2"/>
    <dgm:cxn modelId="{0A6A2E4F-0F5E-4563-8337-57C270AA5103}" type="presParOf" srcId="{8A8254F7-FC5F-40EF-83A0-7F2C6AD0ACCC}" destId="{F1DF4124-A8A7-4B0E-89F5-79A4DA3831B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96FAB5-D42E-4FDC-8DD0-5DDAF74204A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E097ABD-E6B6-40A0-8D2C-8E0365E55367}">
      <dgm:prSet custT="1"/>
      <dgm:spPr/>
      <dgm:t>
        <a:bodyPr/>
        <a:lstStyle/>
        <a:p>
          <a:r>
            <a:rPr lang="en-US" sz="1000" b="1">
              <a:solidFill>
                <a:srgbClr val="C00000"/>
              </a:solidFill>
            </a:rPr>
            <a:t>Gen Z and Millennials</a:t>
          </a:r>
        </a:p>
        <a:p>
          <a:r>
            <a:rPr lang="en-US" sz="1000"/>
            <a:t>Aimed at individuals in their early 20s to mid-30s</a:t>
          </a:r>
        </a:p>
      </dgm:t>
    </dgm:pt>
    <dgm:pt modelId="{68BDB311-5E64-46FE-AD78-91E016B82F7D}" type="parTrans" cxnId="{520518D1-ADDD-4D0F-BD92-D02EB1EDA2D0}">
      <dgm:prSet/>
      <dgm:spPr/>
      <dgm:t>
        <a:bodyPr/>
        <a:lstStyle/>
        <a:p>
          <a:endParaRPr lang="en-US" sz="1000"/>
        </a:p>
      </dgm:t>
    </dgm:pt>
    <dgm:pt modelId="{97175812-263D-4257-90E7-C314DD8C3142}" type="sibTrans" cxnId="{520518D1-ADDD-4D0F-BD92-D02EB1EDA2D0}">
      <dgm:prSet/>
      <dgm:spPr/>
      <dgm:t>
        <a:bodyPr/>
        <a:lstStyle/>
        <a:p>
          <a:endParaRPr lang="en-US" sz="1000"/>
        </a:p>
      </dgm:t>
    </dgm:pt>
    <dgm:pt modelId="{0C2C1D5A-5C21-4BBB-9F4D-149B88A05D84}">
      <dgm:prSet custT="1"/>
      <dgm:spPr/>
      <dgm:t>
        <a:bodyPr/>
        <a:lstStyle/>
        <a:p>
          <a:r>
            <a:rPr lang="en-US" sz="1000" b="1">
              <a:solidFill>
                <a:srgbClr val="C00000"/>
              </a:solidFill>
            </a:rPr>
            <a:t>Digital Natives</a:t>
          </a:r>
        </a:p>
        <a:p>
          <a:r>
            <a:rPr lang="en-US" sz="1000"/>
            <a:t> Engages audiences through online platforms</a:t>
          </a:r>
        </a:p>
      </dgm:t>
    </dgm:pt>
    <dgm:pt modelId="{3FC1AF6F-FF20-4E42-A7D9-01190FDCBEAB}" type="parTrans" cxnId="{4C8476A2-E941-4574-A9DA-9F2E070D1E53}">
      <dgm:prSet/>
      <dgm:spPr/>
      <dgm:t>
        <a:bodyPr/>
        <a:lstStyle/>
        <a:p>
          <a:endParaRPr lang="en-US" sz="1000"/>
        </a:p>
      </dgm:t>
    </dgm:pt>
    <dgm:pt modelId="{AC0C646E-3FD6-4955-8BEB-1625197CD3E8}" type="sibTrans" cxnId="{4C8476A2-E941-4574-A9DA-9F2E070D1E53}">
      <dgm:prSet/>
      <dgm:spPr/>
      <dgm:t>
        <a:bodyPr/>
        <a:lstStyle/>
        <a:p>
          <a:endParaRPr lang="en-US" sz="1000"/>
        </a:p>
      </dgm:t>
    </dgm:pt>
    <dgm:pt modelId="{0F59EF46-7A4D-4E64-AB48-5437CAF81CBC}">
      <dgm:prSet custT="1"/>
      <dgm:spPr/>
      <dgm:t>
        <a:bodyPr/>
        <a:lstStyle/>
        <a:p>
          <a:r>
            <a:rPr lang="en-US" sz="1000" b="1">
              <a:solidFill>
                <a:srgbClr val="C00000"/>
              </a:solidFill>
            </a:rPr>
            <a:t>Early Career Professionals</a:t>
          </a:r>
        </a:p>
        <a:p>
          <a:r>
            <a:rPr lang="en-US" sz="1000"/>
            <a:t>Focused on providing financial insights to those starting their careers</a:t>
          </a:r>
        </a:p>
      </dgm:t>
    </dgm:pt>
    <dgm:pt modelId="{2BA469B3-1FC4-4617-B4FF-BC2E5B9CA742}" type="parTrans" cxnId="{11676A3F-3650-4AEF-A349-49B3F5639DD3}">
      <dgm:prSet/>
      <dgm:spPr/>
      <dgm:t>
        <a:bodyPr/>
        <a:lstStyle/>
        <a:p>
          <a:endParaRPr lang="en-US" sz="1000"/>
        </a:p>
      </dgm:t>
    </dgm:pt>
    <dgm:pt modelId="{FE6DD08B-AF3D-4898-AE62-8A48F1A67A98}" type="sibTrans" cxnId="{11676A3F-3650-4AEF-A349-49B3F5639DD3}">
      <dgm:prSet/>
      <dgm:spPr/>
      <dgm:t>
        <a:bodyPr/>
        <a:lstStyle/>
        <a:p>
          <a:endParaRPr lang="en-US" sz="1000"/>
        </a:p>
      </dgm:t>
    </dgm:pt>
    <dgm:pt modelId="{7FD4EB68-30C9-4DCB-8C1C-25851B53A8E8}">
      <dgm:prSet custT="1"/>
      <dgm:spPr/>
      <dgm:t>
        <a:bodyPr/>
        <a:lstStyle/>
        <a:p>
          <a:r>
            <a:rPr lang="en-US" sz="1000" b="1">
              <a:solidFill>
                <a:srgbClr val="C00000"/>
              </a:solidFill>
            </a:rPr>
            <a:t>Limited Financial Background </a:t>
          </a:r>
        </a:p>
        <a:p>
          <a:r>
            <a:rPr lang="en-US" sz="1000"/>
            <a:t>Tailored to readers without formal financial education</a:t>
          </a:r>
        </a:p>
      </dgm:t>
    </dgm:pt>
    <dgm:pt modelId="{E6C75542-4FF9-43DE-8532-6BE804FB411E}" type="parTrans" cxnId="{C8293FED-46EE-4C66-9F00-B40740485389}">
      <dgm:prSet/>
      <dgm:spPr/>
      <dgm:t>
        <a:bodyPr/>
        <a:lstStyle/>
        <a:p>
          <a:endParaRPr lang="en-US" sz="1000"/>
        </a:p>
      </dgm:t>
    </dgm:pt>
    <dgm:pt modelId="{48B3A111-1995-4913-83C7-EDDFFD29F802}" type="sibTrans" cxnId="{C8293FED-46EE-4C66-9F00-B40740485389}">
      <dgm:prSet/>
      <dgm:spPr/>
      <dgm:t>
        <a:bodyPr/>
        <a:lstStyle/>
        <a:p>
          <a:endParaRPr lang="en-US" sz="1000"/>
        </a:p>
      </dgm:t>
    </dgm:pt>
    <dgm:pt modelId="{0172F216-D3F3-44A6-A753-1FB8BD8698C0}">
      <dgm:prSet custT="1"/>
      <dgm:spPr/>
      <dgm:t>
        <a:bodyPr/>
        <a:lstStyle/>
        <a:p>
          <a:r>
            <a:rPr lang="en-US" sz="1000" b="1">
              <a:solidFill>
                <a:srgbClr val="C00000"/>
              </a:solidFill>
            </a:rPr>
            <a:t>Time-Conscious Individuals</a:t>
          </a:r>
        </a:p>
        <a:p>
          <a:r>
            <a:rPr lang="en-US" sz="1000"/>
            <a:t>Offers quick, 3-minute reads that fit into busy schedules</a:t>
          </a:r>
        </a:p>
      </dgm:t>
    </dgm:pt>
    <dgm:pt modelId="{FDD90195-0512-42A3-B607-A5A5BEB9F70A}" type="parTrans" cxnId="{07F865F6-BD5F-45AA-B9BE-0841659A2C6B}">
      <dgm:prSet/>
      <dgm:spPr/>
      <dgm:t>
        <a:bodyPr/>
        <a:lstStyle/>
        <a:p>
          <a:endParaRPr lang="en-US" sz="1000"/>
        </a:p>
      </dgm:t>
    </dgm:pt>
    <dgm:pt modelId="{E6213343-6722-4CEB-9983-1B523E6738B1}" type="sibTrans" cxnId="{07F865F6-BD5F-45AA-B9BE-0841659A2C6B}">
      <dgm:prSet/>
      <dgm:spPr/>
      <dgm:t>
        <a:bodyPr/>
        <a:lstStyle/>
        <a:p>
          <a:endParaRPr lang="en-US" sz="1000"/>
        </a:p>
      </dgm:t>
    </dgm:pt>
    <dgm:pt modelId="{8457B2B3-758C-40CB-AAD6-9AAA0715558B}" type="pres">
      <dgm:prSet presAssocID="{B296FAB5-D42E-4FDC-8DD0-5DDAF74204A5}" presName="vert0" presStyleCnt="0">
        <dgm:presLayoutVars>
          <dgm:dir/>
          <dgm:animOne val="branch"/>
          <dgm:animLvl val="lvl"/>
        </dgm:presLayoutVars>
      </dgm:prSet>
      <dgm:spPr/>
    </dgm:pt>
    <dgm:pt modelId="{71BCA19D-2A13-4A55-B410-705973FC77DD}" type="pres">
      <dgm:prSet presAssocID="{4E097ABD-E6B6-40A0-8D2C-8E0365E55367}" presName="thickLine" presStyleLbl="alignNode1" presStyleIdx="0" presStyleCnt="5"/>
      <dgm:spPr/>
    </dgm:pt>
    <dgm:pt modelId="{F06F9455-C029-41DE-A13B-3EE5A836D33F}" type="pres">
      <dgm:prSet presAssocID="{4E097ABD-E6B6-40A0-8D2C-8E0365E55367}" presName="horz1" presStyleCnt="0"/>
      <dgm:spPr/>
    </dgm:pt>
    <dgm:pt modelId="{BDE5186C-CB16-4BC5-A880-06CE0C977088}" type="pres">
      <dgm:prSet presAssocID="{4E097ABD-E6B6-40A0-8D2C-8E0365E55367}" presName="tx1" presStyleLbl="revTx" presStyleIdx="0" presStyleCnt="5"/>
      <dgm:spPr/>
    </dgm:pt>
    <dgm:pt modelId="{AF27D1AE-0AC2-4E37-B805-D540668E2B76}" type="pres">
      <dgm:prSet presAssocID="{4E097ABD-E6B6-40A0-8D2C-8E0365E55367}" presName="vert1" presStyleCnt="0"/>
      <dgm:spPr/>
    </dgm:pt>
    <dgm:pt modelId="{8BE1F745-E74D-47E8-A383-66EFF65BD127}" type="pres">
      <dgm:prSet presAssocID="{0C2C1D5A-5C21-4BBB-9F4D-149B88A05D84}" presName="thickLine" presStyleLbl="alignNode1" presStyleIdx="1" presStyleCnt="5"/>
      <dgm:spPr/>
    </dgm:pt>
    <dgm:pt modelId="{DBCE089B-BD02-4C6B-899F-8D0DA4A6CB3C}" type="pres">
      <dgm:prSet presAssocID="{0C2C1D5A-5C21-4BBB-9F4D-149B88A05D84}" presName="horz1" presStyleCnt="0"/>
      <dgm:spPr/>
    </dgm:pt>
    <dgm:pt modelId="{6D335ECF-43B0-4C91-BCA9-ADC96AF28E23}" type="pres">
      <dgm:prSet presAssocID="{0C2C1D5A-5C21-4BBB-9F4D-149B88A05D84}" presName="tx1" presStyleLbl="revTx" presStyleIdx="1" presStyleCnt="5"/>
      <dgm:spPr/>
    </dgm:pt>
    <dgm:pt modelId="{A38602CE-88C7-493A-8032-E9E392A11C28}" type="pres">
      <dgm:prSet presAssocID="{0C2C1D5A-5C21-4BBB-9F4D-149B88A05D84}" presName="vert1" presStyleCnt="0"/>
      <dgm:spPr/>
    </dgm:pt>
    <dgm:pt modelId="{77B128A2-E15A-4735-8174-68F2C2CE4134}" type="pres">
      <dgm:prSet presAssocID="{0F59EF46-7A4D-4E64-AB48-5437CAF81CBC}" presName="thickLine" presStyleLbl="alignNode1" presStyleIdx="2" presStyleCnt="5"/>
      <dgm:spPr/>
    </dgm:pt>
    <dgm:pt modelId="{E3B49B6D-23BC-4A85-B748-E00D934FBFFA}" type="pres">
      <dgm:prSet presAssocID="{0F59EF46-7A4D-4E64-AB48-5437CAF81CBC}" presName="horz1" presStyleCnt="0"/>
      <dgm:spPr/>
    </dgm:pt>
    <dgm:pt modelId="{9542FE92-4A4B-4D1A-B933-FE6BF284C1D1}" type="pres">
      <dgm:prSet presAssocID="{0F59EF46-7A4D-4E64-AB48-5437CAF81CBC}" presName="tx1" presStyleLbl="revTx" presStyleIdx="2" presStyleCnt="5"/>
      <dgm:spPr/>
    </dgm:pt>
    <dgm:pt modelId="{AD4344B8-A238-407B-9EFE-AEE87691D097}" type="pres">
      <dgm:prSet presAssocID="{0F59EF46-7A4D-4E64-AB48-5437CAF81CBC}" presName="vert1" presStyleCnt="0"/>
      <dgm:spPr/>
    </dgm:pt>
    <dgm:pt modelId="{81EFB57E-DC92-4975-9539-49C8D4EE0028}" type="pres">
      <dgm:prSet presAssocID="{7FD4EB68-30C9-4DCB-8C1C-25851B53A8E8}" presName="thickLine" presStyleLbl="alignNode1" presStyleIdx="3" presStyleCnt="5"/>
      <dgm:spPr/>
    </dgm:pt>
    <dgm:pt modelId="{F835F69F-0589-4A23-9088-8A5A7CE26152}" type="pres">
      <dgm:prSet presAssocID="{7FD4EB68-30C9-4DCB-8C1C-25851B53A8E8}" presName="horz1" presStyleCnt="0"/>
      <dgm:spPr/>
    </dgm:pt>
    <dgm:pt modelId="{26D185AC-26E1-4921-9042-0E0E553296C9}" type="pres">
      <dgm:prSet presAssocID="{7FD4EB68-30C9-4DCB-8C1C-25851B53A8E8}" presName="tx1" presStyleLbl="revTx" presStyleIdx="3" presStyleCnt="5"/>
      <dgm:spPr/>
    </dgm:pt>
    <dgm:pt modelId="{7C0E0F22-756C-477C-B15A-E14D25B8832E}" type="pres">
      <dgm:prSet presAssocID="{7FD4EB68-30C9-4DCB-8C1C-25851B53A8E8}" presName="vert1" presStyleCnt="0"/>
      <dgm:spPr/>
    </dgm:pt>
    <dgm:pt modelId="{1573F917-D9EF-42D1-A082-68DF2F4A6C7C}" type="pres">
      <dgm:prSet presAssocID="{0172F216-D3F3-44A6-A753-1FB8BD8698C0}" presName="thickLine" presStyleLbl="alignNode1" presStyleIdx="4" presStyleCnt="5"/>
      <dgm:spPr/>
    </dgm:pt>
    <dgm:pt modelId="{B00AA224-FFE9-40CF-A514-E7CC408C93E6}" type="pres">
      <dgm:prSet presAssocID="{0172F216-D3F3-44A6-A753-1FB8BD8698C0}" presName="horz1" presStyleCnt="0"/>
      <dgm:spPr/>
    </dgm:pt>
    <dgm:pt modelId="{D1EEFAD0-E04D-485F-88EE-5401731633CC}" type="pres">
      <dgm:prSet presAssocID="{0172F216-D3F3-44A6-A753-1FB8BD8698C0}" presName="tx1" presStyleLbl="revTx" presStyleIdx="4" presStyleCnt="5"/>
      <dgm:spPr/>
    </dgm:pt>
    <dgm:pt modelId="{6FCFF2FC-0F2E-4057-B6A6-D323A0C2F132}" type="pres">
      <dgm:prSet presAssocID="{0172F216-D3F3-44A6-A753-1FB8BD8698C0}" presName="vert1" presStyleCnt="0"/>
      <dgm:spPr/>
    </dgm:pt>
  </dgm:ptLst>
  <dgm:cxnLst>
    <dgm:cxn modelId="{11676A3F-3650-4AEF-A349-49B3F5639DD3}" srcId="{B296FAB5-D42E-4FDC-8DD0-5DDAF74204A5}" destId="{0F59EF46-7A4D-4E64-AB48-5437CAF81CBC}" srcOrd="2" destOrd="0" parTransId="{2BA469B3-1FC4-4617-B4FF-BC2E5B9CA742}" sibTransId="{FE6DD08B-AF3D-4898-AE62-8A48F1A67A98}"/>
    <dgm:cxn modelId="{FF87F179-51C7-4EB2-8FD5-CD6EB54F4EE0}" type="presOf" srcId="{B296FAB5-D42E-4FDC-8DD0-5DDAF74204A5}" destId="{8457B2B3-758C-40CB-AAD6-9AAA0715558B}" srcOrd="0" destOrd="0" presId="urn:microsoft.com/office/officeart/2008/layout/LinedList"/>
    <dgm:cxn modelId="{4208B091-FE8C-4E0E-BC2D-2EC081329AD1}" type="presOf" srcId="{0C2C1D5A-5C21-4BBB-9F4D-149B88A05D84}" destId="{6D335ECF-43B0-4C91-BCA9-ADC96AF28E23}" srcOrd="0" destOrd="0" presId="urn:microsoft.com/office/officeart/2008/layout/LinedList"/>
    <dgm:cxn modelId="{4C8476A2-E941-4574-A9DA-9F2E070D1E53}" srcId="{B296FAB5-D42E-4FDC-8DD0-5DDAF74204A5}" destId="{0C2C1D5A-5C21-4BBB-9F4D-149B88A05D84}" srcOrd="1" destOrd="0" parTransId="{3FC1AF6F-FF20-4E42-A7D9-01190FDCBEAB}" sibTransId="{AC0C646E-3FD6-4955-8BEB-1625197CD3E8}"/>
    <dgm:cxn modelId="{0049A1AA-87A1-4FE5-936E-A8A77A7D6C0E}" type="presOf" srcId="{0172F216-D3F3-44A6-A753-1FB8BD8698C0}" destId="{D1EEFAD0-E04D-485F-88EE-5401731633CC}" srcOrd="0" destOrd="0" presId="urn:microsoft.com/office/officeart/2008/layout/LinedList"/>
    <dgm:cxn modelId="{DDF1B4B4-0689-4CA1-B7EA-B234C8D7218A}" type="presOf" srcId="{4E097ABD-E6B6-40A0-8D2C-8E0365E55367}" destId="{BDE5186C-CB16-4BC5-A880-06CE0C977088}" srcOrd="0" destOrd="0" presId="urn:microsoft.com/office/officeart/2008/layout/LinedList"/>
    <dgm:cxn modelId="{520518D1-ADDD-4D0F-BD92-D02EB1EDA2D0}" srcId="{B296FAB5-D42E-4FDC-8DD0-5DDAF74204A5}" destId="{4E097ABD-E6B6-40A0-8D2C-8E0365E55367}" srcOrd="0" destOrd="0" parTransId="{68BDB311-5E64-46FE-AD78-91E016B82F7D}" sibTransId="{97175812-263D-4257-90E7-C314DD8C3142}"/>
    <dgm:cxn modelId="{AE1300EA-83D6-47CE-B9D7-C4DF6E3CB8B0}" type="presOf" srcId="{7FD4EB68-30C9-4DCB-8C1C-25851B53A8E8}" destId="{26D185AC-26E1-4921-9042-0E0E553296C9}" srcOrd="0" destOrd="0" presId="urn:microsoft.com/office/officeart/2008/layout/LinedList"/>
    <dgm:cxn modelId="{C8293FED-46EE-4C66-9F00-B40740485389}" srcId="{B296FAB5-D42E-4FDC-8DD0-5DDAF74204A5}" destId="{7FD4EB68-30C9-4DCB-8C1C-25851B53A8E8}" srcOrd="3" destOrd="0" parTransId="{E6C75542-4FF9-43DE-8532-6BE804FB411E}" sibTransId="{48B3A111-1995-4913-83C7-EDDFFD29F802}"/>
    <dgm:cxn modelId="{E34B96F2-069C-4DD6-BEBE-DFCCF7D45D1B}" type="presOf" srcId="{0F59EF46-7A4D-4E64-AB48-5437CAF81CBC}" destId="{9542FE92-4A4B-4D1A-B933-FE6BF284C1D1}" srcOrd="0" destOrd="0" presId="urn:microsoft.com/office/officeart/2008/layout/LinedList"/>
    <dgm:cxn modelId="{07F865F6-BD5F-45AA-B9BE-0841659A2C6B}" srcId="{B296FAB5-D42E-4FDC-8DD0-5DDAF74204A5}" destId="{0172F216-D3F3-44A6-A753-1FB8BD8698C0}" srcOrd="4" destOrd="0" parTransId="{FDD90195-0512-42A3-B607-A5A5BEB9F70A}" sibTransId="{E6213343-6722-4CEB-9983-1B523E6738B1}"/>
    <dgm:cxn modelId="{9778011C-DC52-472D-8BD0-DD6211797714}" type="presParOf" srcId="{8457B2B3-758C-40CB-AAD6-9AAA0715558B}" destId="{71BCA19D-2A13-4A55-B410-705973FC77DD}" srcOrd="0" destOrd="0" presId="urn:microsoft.com/office/officeart/2008/layout/LinedList"/>
    <dgm:cxn modelId="{20217FE8-A431-4B54-9275-A5834C2C4554}" type="presParOf" srcId="{8457B2B3-758C-40CB-AAD6-9AAA0715558B}" destId="{F06F9455-C029-41DE-A13B-3EE5A836D33F}" srcOrd="1" destOrd="0" presId="urn:microsoft.com/office/officeart/2008/layout/LinedList"/>
    <dgm:cxn modelId="{975555E2-D445-4830-AFDC-B014D43D032C}" type="presParOf" srcId="{F06F9455-C029-41DE-A13B-3EE5A836D33F}" destId="{BDE5186C-CB16-4BC5-A880-06CE0C977088}" srcOrd="0" destOrd="0" presId="urn:microsoft.com/office/officeart/2008/layout/LinedList"/>
    <dgm:cxn modelId="{5E859473-83BA-40EE-AB3B-2EA5E6A5CB9C}" type="presParOf" srcId="{F06F9455-C029-41DE-A13B-3EE5A836D33F}" destId="{AF27D1AE-0AC2-4E37-B805-D540668E2B76}" srcOrd="1" destOrd="0" presId="urn:microsoft.com/office/officeart/2008/layout/LinedList"/>
    <dgm:cxn modelId="{3B68B564-0D38-4C9D-A091-E553AA52653A}" type="presParOf" srcId="{8457B2B3-758C-40CB-AAD6-9AAA0715558B}" destId="{8BE1F745-E74D-47E8-A383-66EFF65BD127}" srcOrd="2" destOrd="0" presId="urn:microsoft.com/office/officeart/2008/layout/LinedList"/>
    <dgm:cxn modelId="{53252224-FC8C-46EF-BCC0-B1885DC809AF}" type="presParOf" srcId="{8457B2B3-758C-40CB-AAD6-9AAA0715558B}" destId="{DBCE089B-BD02-4C6B-899F-8D0DA4A6CB3C}" srcOrd="3" destOrd="0" presId="urn:microsoft.com/office/officeart/2008/layout/LinedList"/>
    <dgm:cxn modelId="{98F2ED02-F5F7-4326-AA5E-573636BAC252}" type="presParOf" srcId="{DBCE089B-BD02-4C6B-899F-8D0DA4A6CB3C}" destId="{6D335ECF-43B0-4C91-BCA9-ADC96AF28E23}" srcOrd="0" destOrd="0" presId="urn:microsoft.com/office/officeart/2008/layout/LinedList"/>
    <dgm:cxn modelId="{E5017E5F-87F7-4806-B1D6-DB71CD1D9DAB}" type="presParOf" srcId="{DBCE089B-BD02-4C6B-899F-8D0DA4A6CB3C}" destId="{A38602CE-88C7-493A-8032-E9E392A11C28}" srcOrd="1" destOrd="0" presId="urn:microsoft.com/office/officeart/2008/layout/LinedList"/>
    <dgm:cxn modelId="{87BC5F27-C7B8-4F1D-8AAB-7ACE7425750D}" type="presParOf" srcId="{8457B2B3-758C-40CB-AAD6-9AAA0715558B}" destId="{77B128A2-E15A-4735-8174-68F2C2CE4134}" srcOrd="4" destOrd="0" presId="urn:microsoft.com/office/officeart/2008/layout/LinedList"/>
    <dgm:cxn modelId="{BD06BD04-06CA-4231-AE5C-BC2820967551}" type="presParOf" srcId="{8457B2B3-758C-40CB-AAD6-9AAA0715558B}" destId="{E3B49B6D-23BC-4A85-B748-E00D934FBFFA}" srcOrd="5" destOrd="0" presId="urn:microsoft.com/office/officeart/2008/layout/LinedList"/>
    <dgm:cxn modelId="{8DBA9C58-7AF0-41C6-98F6-3C59657968A8}" type="presParOf" srcId="{E3B49B6D-23BC-4A85-B748-E00D934FBFFA}" destId="{9542FE92-4A4B-4D1A-B933-FE6BF284C1D1}" srcOrd="0" destOrd="0" presId="urn:microsoft.com/office/officeart/2008/layout/LinedList"/>
    <dgm:cxn modelId="{4508A87A-EAC5-4215-B987-9519052DA381}" type="presParOf" srcId="{E3B49B6D-23BC-4A85-B748-E00D934FBFFA}" destId="{AD4344B8-A238-407B-9EFE-AEE87691D097}" srcOrd="1" destOrd="0" presId="urn:microsoft.com/office/officeart/2008/layout/LinedList"/>
    <dgm:cxn modelId="{9827825C-D266-4A7D-9F29-0FC13A3B4252}" type="presParOf" srcId="{8457B2B3-758C-40CB-AAD6-9AAA0715558B}" destId="{81EFB57E-DC92-4975-9539-49C8D4EE0028}" srcOrd="6" destOrd="0" presId="urn:microsoft.com/office/officeart/2008/layout/LinedList"/>
    <dgm:cxn modelId="{737CC618-7D32-4255-B28C-DBE007DB0C8C}" type="presParOf" srcId="{8457B2B3-758C-40CB-AAD6-9AAA0715558B}" destId="{F835F69F-0589-4A23-9088-8A5A7CE26152}" srcOrd="7" destOrd="0" presId="urn:microsoft.com/office/officeart/2008/layout/LinedList"/>
    <dgm:cxn modelId="{CAFDAFBB-6CA3-4947-BCD4-1AFE2CE30A95}" type="presParOf" srcId="{F835F69F-0589-4A23-9088-8A5A7CE26152}" destId="{26D185AC-26E1-4921-9042-0E0E553296C9}" srcOrd="0" destOrd="0" presId="urn:microsoft.com/office/officeart/2008/layout/LinedList"/>
    <dgm:cxn modelId="{10F24355-9B2F-40C4-963E-43837206AD1C}" type="presParOf" srcId="{F835F69F-0589-4A23-9088-8A5A7CE26152}" destId="{7C0E0F22-756C-477C-B15A-E14D25B8832E}" srcOrd="1" destOrd="0" presId="urn:microsoft.com/office/officeart/2008/layout/LinedList"/>
    <dgm:cxn modelId="{E2B37BDB-8CAB-42D9-86C7-00AC1FDD1266}" type="presParOf" srcId="{8457B2B3-758C-40CB-AAD6-9AAA0715558B}" destId="{1573F917-D9EF-42D1-A082-68DF2F4A6C7C}" srcOrd="8" destOrd="0" presId="urn:microsoft.com/office/officeart/2008/layout/LinedList"/>
    <dgm:cxn modelId="{F678EFD2-9D4B-4782-B3BB-177E0B24E7AB}" type="presParOf" srcId="{8457B2B3-758C-40CB-AAD6-9AAA0715558B}" destId="{B00AA224-FFE9-40CF-A514-E7CC408C93E6}" srcOrd="9" destOrd="0" presId="urn:microsoft.com/office/officeart/2008/layout/LinedList"/>
    <dgm:cxn modelId="{7F5A8916-C393-4377-812C-95B2C2329D5E}" type="presParOf" srcId="{B00AA224-FFE9-40CF-A514-E7CC408C93E6}" destId="{D1EEFAD0-E04D-485F-88EE-5401731633CC}" srcOrd="0" destOrd="0" presId="urn:microsoft.com/office/officeart/2008/layout/LinedList"/>
    <dgm:cxn modelId="{E21181FB-B700-4723-B970-4C8DC83B96C0}" type="presParOf" srcId="{B00AA224-FFE9-40CF-A514-E7CC408C93E6}" destId="{6FCFF2FC-0F2E-4057-B6A6-D323A0C2F1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AB980F-2655-41D4-8EDB-DE7AF61E6C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EB35A9-6102-4980-A7F3-CD1A23C3851D}">
      <dgm:prSet custT="1"/>
      <dgm:spPr/>
      <dgm:t>
        <a:bodyPr/>
        <a:lstStyle/>
        <a:p>
          <a:r>
            <a:rPr lang="en-US" sz="800"/>
            <a:t>Calculators and trackers drove active reader participation</a:t>
          </a:r>
        </a:p>
      </dgm:t>
    </dgm:pt>
    <dgm:pt modelId="{63F036B8-CCAD-444A-8BA4-EAD668B7894A}" type="parTrans" cxnId="{027ADB5F-DB76-475D-AC5E-D9A4D3A33211}">
      <dgm:prSet/>
      <dgm:spPr/>
      <dgm:t>
        <a:bodyPr/>
        <a:lstStyle/>
        <a:p>
          <a:endParaRPr lang="en-US" sz="800"/>
        </a:p>
      </dgm:t>
    </dgm:pt>
    <dgm:pt modelId="{98AA095E-2CC0-4DE5-B2CB-E47826717B4A}" type="sibTrans" cxnId="{027ADB5F-DB76-475D-AC5E-D9A4D3A33211}">
      <dgm:prSet/>
      <dgm:spPr/>
      <dgm:t>
        <a:bodyPr/>
        <a:lstStyle/>
        <a:p>
          <a:endParaRPr lang="en-US" sz="800"/>
        </a:p>
      </dgm:t>
    </dgm:pt>
    <dgm:pt modelId="{BA40F2F4-2B7E-410A-8600-0F0C6F3E2957}">
      <dgm:prSet custT="1"/>
      <dgm:spPr/>
      <dgm:t>
        <a:bodyPr/>
        <a:lstStyle/>
        <a:p>
          <a:r>
            <a:rPr lang="en-US" sz="800"/>
            <a:t>Relevant topics encouraged sharing and social visibility</a:t>
          </a:r>
        </a:p>
      </dgm:t>
    </dgm:pt>
    <dgm:pt modelId="{D817148F-3750-427C-AF88-DD2071A666DA}" type="parTrans" cxnId="{D0D281AC-A798-472D-A28E-D007CB8794E3}">
      <dgm:prSet/>
      <dgm:spPr/>
      <dgm:t>
        <a:bodyPr/>
        <a:lstStyle/>
        <a:p>
          <a:endParaRPr lang="en-US" sz="800"/>
        </a:p>
      </dgm:t>
    </dgm:pt>
    <dgm:pt modelId="{95E0BB61-90A4-4425-85D7-FB58B3FF5404}" type="sibTrans" cxnId="{D0D281AC-A798-472D-A28E-D007CB8794E3}">
      <dgm:prSet/>
      <dgm:spPr/>
      <dgm:t>
        <a:bodyPr/>
        <a:lstStyle/>
        <a:p>
          <a:endParaRPr lang="en-US" sz="800"/>
        </a:p>
      </dgm:t>
    </dgm:pt>
    <dgm:pt modelId="{44CEDAB8-3B18-411B-8350-EED0FF757CBB}">
      <dgm:prSet custT="1"/>
      <dgm:spPr/>
      <dgm:t>
        <a:bodyPr/>
        <a:lstStyle/>
        <a:p>
          <a:r>
            <a:rPr lang="en-US" sz="800"/>
            <a:t>High-quality content led to stronger retention rates</a:t>
          </a:r>
        </a:p>
      </dgm:t>
    </dgm:pt>
    <dgm:pt modelId="{2BD4749A-8C0B-462D-BE56-9D4CF7AEFDF4}" type="parTrans" cxnId="{D097F2F3-901B-479E-B116-6E4AFDAEF1B2}">
      <dgm:prSet/>
      <dgm:spPr/>
      <dgm:t>
        <a:bodyPr/>
        <a:lstStyle/>
        <a:p>
          <a:endParaRPr lang="en-US" sz="800"/>
        </a:p>
      </dgm:t>
    </dgm:pt>
    <dgm:pt modelId="{8DD93B85-401D-4D4A-A71F-6DF4E9C5DED6}" type="sibTrans" cxnId="{D097F2F3-901B-479E-B116-6E4AFDAEF1B2}">
      <dgm:prSet/>
      <dgm:spPr/>
      <dgm:t>
        <a:bodyPr/>
        <a:lstStyle/>
        <a:p>
          <a:endParaRPr lang="en-US" sz="800"/>
        </a:p>
      </dgm:t>
    </dgm:pt>
    <dgm:pt modelId="{6D77103C-0ADC-4279-BD8F-5B3DA405D0DB}">
      <dgm:prSet custT="1"/>
      <dgm:spPr/>
      <dgm:t>
        <a:bodyPr/>
        <a:lstStyle/>
        <a:p>
          <a:r>
            <a:rPr lang="en-US" sz="800"/>
            <a:t>Relatable advice increased loyalty and engagement</a:t>
          </a:r>
        </a:p>
      </dgm:t>
    </dgm:pt>
    <dgm:pt modelId="{314112F5-71B2-4BB7-8F34-02DBF3516DAF}" type="parTrans" cxnId="{0E5413E7-FE0C-48A7-9A49-0E29DA63AE5A}">
      <dgm:prSet/>
      <dgm:spPr/>
      <dgm:t>
        <a:bodyPr/>
        <a:lstStyle/>
        <a:p>
          <a:endParaRPr lang="en-US" sz="800"/>
        </a:p>
      </dgm:t>
    </dgm:pt>
    <dgm:pt modelId="{47FF0775-83E8-4DEB-B53F-40BA9DA0DDD1}" type="sibTrans" cxnId="{0E5413E7-FE0C-48A7-9A49-0E29DA63AE5A}">
      <dgm:prSet/>
      <dgm:spPr/>
      <dgm:t>
        <a:bodyPr/>
        <a:lstStyle/>
        <a:p>
          <a:endParaRPr lang="en-US" sz="800"/>
        </a:p>
      </dgm:t>
    </dgm:pt>
    <dgm:pt modelId="{F01AC67B-1617-43E4-8BB3-BE2027E615C8}" type="pres">
      <dgm:prSet presAssocID="{90AB980F-2655-41D4-8EDB-DE7AF61E6C69}" presName="vert0" presStyleCnt="0">
        <dgm:presLayoutVars>
          <dgm:dir/>
          <dgm:animOne val="branch"/>
          <dgm:animLvl val="lvl"/>
        </dgm:presLayoutVars>
      </dgm:prSet>
      <dgm:spPr/>
    </dgm:pt>
    <dgm:pt modelId="{1B99098A-C9C2-487D-BBB6-7E1891BE93F8}" type="pres">
      <dgm:prSet presAssocID="{3BEB35A9-6102-4980-A7F3-CD1A23C3851D}" presName="thickLine" presStyleLbl="alignNode1" presStyleIdx="0" presStyleCnt="4"/>
      <dgm:spPr/>
    </dgm:pt>
    <dgm:pt modelId="{D1DAAD07-60C0-44B5-89FD-08C32B31CB0E}" type="pres">
      <dgm:prSet presAssocID="{3BEB35A9-6102-4980-A7F3-CD1A23C3851D}" presName="horz1" presStyleCnt="0"/>
      <dgm:spPr/>
    </dgm:pt>
    <dgm:pt modelId="{FDA5AE32-9F15-4A36-89EB-CC253DEC6B16}" type="pres">
      <dgm:prSet presAssocID="{3BEB35A9-6102-4980-A7F3-CD1A23C3851D}" presName="tx1" presStyleLbl="revTx" presStyleIdx="0" presStyleCnt="4"/>
      <dgm:spPr/>
    </dgm:pt>
    <dgm:pt modelId="{4E137F94-2C73-44B0-B1F7-54AF4FDE3428}" type="pres">
      <dgm:prSet presAssocID="{3BEB35A9-6102-4980-A7F3-CD1A23C3851D}" presName="vert1" presStyleCnt="0"/>
      <dgm:spPr/>
    </dgm:pt>
    <dgm:pt modelId="{9C6ACCCC-DF19-4335-A039-345775C99392}" type="pres">
      <dgm:prSet presAssocID="{BA40F2F4-2B7E-410A-8600-0F0C6F3E2957}" presName="thickLine" presStyleLbl="alignNode1" presStyleIdx="1" presStyleCnt="4"/>
      <dgm:spPr/>
    </dgm:pt>
    <dgm:pt modelId="{A8D1B4BD-F54B-4D32-B397-4E41F45EE1F3}" type="pres">
      <dgm:prSet presAssocID="{BA40F2F4-2B7E-410A-8600-0F0C6F3E2957}" presName="horz1" presStyleCnt="0"/>
      <dgm:spPr/>
    </dgm:pt>
    <dgm:pt modelId="{026B44F9-A205-42DF-92C0-6CEC6A6E97D8}" type="pres">
      <dgm:prSet presAssocID="{BA40F2F4-2B7E-410A-8600-0F0C6F3E2957}" presName="tx1" presStyleLbl="revTx" presStyleIdx="1" presStyleCnt="4"/>
      <dgm:spPr/>
    </dgm:pt>
    <dgm:pt modelId="{396175BA-3043-4FF7-9DF9-8274C437649F}" type="pres">
      <dgm:prSet presAssocID="{BA40F2F4-2B7E-410A-8600-0F0C6F3E2957}" presName="vert1" presStyleCnt="0"/>
      <dgm:spPr/>
    </dgm:pt>
    <dgm:pt modelId="{35AAB15F-8A88-4974-A869-7C6B0FBB1149}" type="pres">
      <dgm:prSet presAssocID="{44CEDAB8-3B18-411B-8350-EED0FF757CBB}" presName="thickLine" presStyleLbl="alignNode1" presStyleIdx="2" presStyleCnt="4"/>
      <dgm:spPr/>
    </dgm:pt>
    <dgm:pt modelId="{30F97F0C-7DA0-489D-A717-CA1D16CBBBFF}" type="pres">
      <dgm:prSet presAssocID="{44CEDAB8-3B18-411B-8350-EED0FF757CBB}" presName="horz1" presStyleCnt="0"/>
      <dgm:spPr/>
    </dgm:pt>
    <dgm:pt modelId="{2C9E90B7-1749-488C-B4A1-1B11D7C8A26F}" type="pres">
      <dgm:prSet presAssocID="{44CEDAB8-3B18-411B-8350-EED0FF757CBB}" presName="tx1" presStyleLbl="revTx" presStyleIdx="2" presStyleCnt="4"/>
      <dgm:spPr/>
    </dgm:pt>
    <dgm:pt modelId="{0BF17ED4-98F4-485E-8F50-B0725D970529}" type="pres">
      <dgm:prSet presAssocID="{44CEDAB8-3B18-411B-8350-EED0FF757CBB}" presName="vert1" presStyleCnt="0"/>
      <dgm:spPr/>
    </dgm:pt>
    <dgm:pt modelId="{6ABF3432-29B9-4E37-879D-CF711735B9EF}" type="pres">
      <dgm:prSet presAssocID="{6D77103C-0ADC-4279-BD8F-5B3DA405D0DB}" presName="thickLine" presStyleLbl="alignNode1" presStyleIdx="3" presStyleCnt="4"/>
      <dgm:spPr/>
    </dgm:pt>
    <dgm:pt modelId="{6B5EA7B9-CD90-4651-8485-B795C776360A}" type="pres">
      <dgm:prSet presAssocID="{6D77103C-0ADC-4279-BD8F-5B3DA405D0DB}" presName="horz1" presStyleCnt="0"/>
      <dgm:spPr/>
    </dgm:pt>
    <dgm:pt modelId="{24C3FCE7-3BCC-42AA-A937-97C654522069}" type="pres">
      <dgm:prSet presAssocID="{6D77103C-0ADC-4279-BD8F-5B3DA405D0DB}" presName="tx1" presStyleLbl="revTx" presStyleIdx="3" presStyleCnt="4"/>
      <dgm:spPr/>
    </dgm:pt>
    <dgm:pt modelId="{DB5D8784-09D8-4872-B9D9-1D497955B84C}" type="pres">
      <dgm:prSet presAssocID="{6D77103C-0ADC-4279-BD8F-5B3DA405D0DB}" presName="vert1" presStyleCnt="0"/>
      <dgm:spPr/>
    </dgm:pt>
  </dgm:ptLst>
  <dgm:cxnLst>
    <dgm:cxn modelId="{9DBC710D-DF42-41CD-8F31-B107311097BB}" type="presOf" srcId="{3BEB35A9-6102-4980-A7F3-CD1A23C3851D}" destId="{FDA5AE32-9F15-4A36-89EB-CC253DEC6B16}" srcOrd="0" destOrd="0" presId="urn:microsoft.com/office/officeart/2008/layout/LinedList"/>
    <dgm:cxn modelId="{6C0C7317-4A98-4277-A888-D23C3FEDDEFF}" type="presOf" srcId="{6D77103C-0ADC-4279-BD8F-5B3DA405D0DB}" destId="{24C3FCE7-3BCC-42AA-A937-97C654522069}" srcOrd="0" destOrd="0" presId="urn:microsoft.com/office/officeart/2008/layout/LinedList"/>
    <dgm:cxn modelId="{FD485B2D-5334-46FF-AC4C-A62AD155AC19}" type="presOf" srcId="{BA40F2F4-2B7E-410A-8600-0F0C6F3E2957}" destId="{026B44F9-A205-42DF-92C0-6CEC6A6E97D8}" srcOrd="0" destOrd="0" presId="urn:microsoft.com/office/officeart/2008/layout/LinedList"/>
    <dgm:cxn modelId="{027ADB5F-DB76-475D-AC5E-D9A4D3A33211}" srcId="{90AB980F-2655-41D4-8EDB-DE7AF61E6C69}" destId="{3BEB35A9-6102-4980-A7F3-CD1A23C3851D}" srcOrd="0" destOrd="0" parTransId="{63F036B8-CCAD-444A-8BA4-EAD668B7894A}" sibTransId="{98AA095E-2CC0-4DE5-B2CB-E47826717B4A}"/>
    <dgm:cxn modelId="{401EC94A-03A9-4F6F-B8B0-878E74C202CE}" type="presOf" srcId="{44CEDAB8-3B18-411B-8350-EED0FF757CBB}" destId="{2C9E90B7-1749-488C-B4A1-1B11D7C8A26F}" srcOrd="0" destOrd="0" presId="urn:microsoft.com/office/officeart/2008/layout/LinedList"/>
    <dgm:cxn modelId="{D0D281AC-A798-472D-A28E-D007CB8794E3}" srcId="{90AB980F-2655-41D4-8EDB-DE7AF61E6C69}" destId="{BA40F2F4-2B7E-410A-8600-0F0C6F3E2957}" srcOrd="1" destOrd="0" parTransId="{D817148F-3750-427C-AF88-DD2071A666DA}" sibTransId="{95E0BB61-90A4-4425-85D7-FB58B3FF5404}"/>
    <dgm:cxn modelId="{30FD29D5-4D3C-49EB-8F53-822D69941DDA}" type="presOf" srcId="{90AB980F-2655-41D4-8EDB-DE7AF61E6C69}" destId="{F01AC67B-1617-43E4-8BB3-BE2027E615C8}" srcOrd="0" destOrd="0" presId="urn:microsoft.com/office/officeart/2008/layout/LinedList"/>
    <dgm:cxn modelId="{0E5413E7-FE0C-48A7-9A49-0E29DA63AE5A}" srcId="{90AB980F-2655-41D4-8EDB-DE7AF61E6C69}" destId="{6D77103C-0ADC-4279-BD8F-5B3DA405D0DB}" srcOrd="3" destOrd="0" parTransId="{314112F5-71B2-4BB7-8F34-02DBF3516DAF}" sibTransId="{47FF0775-83E8-4DEB-B53F-40BA9DA0DDD1}"/>
    <dgm:cxn modelId="{D097F2F3-901B-479E-B116-6E4AFDAEF1B2}" srcId="{90AB980F-2655-41D4-8EDB-DE7AF61E6C69}" destId="{44CEDAB8-3B18-411B-8350-EED0FF757CBB}" srcOrd="2" destOrd="0" parTransId="{2BD4749A-8C0B-462D-BE56-9D4CF7AEFDF4}" sibTransId="{8DD93B85-401D-4D4A-A71F-6DF4E9C5DED6}"/>
    <dgm:cxn modelId="{3799137F-A1F1-4FCC-8881-55533FAB4071}" type="presParOf" srcId="{F01AC67B-1617-43E4-8BB3-BE2027E615C8}" destId="{1B99098A-C9C2-487D-BBB6-7E1891BE93F8}" srcOrd="0" destOrd="0" presId="urn:microsoft.com/office/officeart/2008/layout/LinedList"/>
    <dgm:cxn modelId="{9F812FE1-FEFC-4CB5-8E2F-A2B1E074F892}" type="presParOf" srcId="{F01AC67B-1617-43E4-8BB3-BE2027E615C8}" destId="{D1DAAD07-60C0-44B5-89FD-08C32B31CB0E}" srcOrd="1" destOrd="0" presId="urn:microsoft.com/office/officeart/2008/layout/LinedList"/>
    <dgm:cxn modelId="{D931C101-ED0E-4DF2-A6F6-DCD65D54C237}" type="presParOf" srcId="{D1DAAD07-60C0-44B5-89FD-08C32B31CB0E}" destId="{FDA5AE32-9F15-4A36-89EB-CC253DEC6B16}" srcOrd="0" destOrd="0" presId="urn:microsoft.com/office/officeart/2008/layout/LinedList"/>
    <dgm:cxn modelId="{6302B90A-B4A6-4C27-8673-A168A6BF5F2C}" type="presParOf" srcId="{D1DAAD07-60C0-44B5-89FD-08C32B31CB0E}" destId="{4E137F94-2C73-44B0-B1F7-54AF4FDE3428}" srcOrd="1" destOrd="0" presId="urn:microsoft.com/office/officeart/2008/layout/LinedList"/>
    <dgm:cxn modelId="{08BB5DFA-B6C5-4718-BB2A-43AA4A7C6A17}" type="presParOf" srcId="{F01AC67B-1617-43E4-8BB3-BE2027E615C8}" destId="{9C6ACCCC-DF19-4335-A039-345775C99392}" srcOrd="2" destOrd="0" presId="urn:microsoft.com/office/officeart/2008/layout/LinedList"/>
    <dgm:cxn modelId="{E3BE52A6-CFC2-4E85-B6F1-83BF13BAC109}" type="presParOf" srcId="{F01AC67B-1617-43E4-8BB3-BE2027E615C8}" destId="{A8D1B4BD-F54B-4D32-B397-4E41F45EE1F3}" srcOrd="3" destOrd="0" presId="urn:microsoft.com/office/officeart/2008/layout/LinedList"/>
    <dgm:cxn modelId="{F6D99F93-7373-47F3-9689-62890ECE585C}" type="presParOf" srcId="{A8D1B4BD-F54B-4D32-B397-4E41F45EE1F3}" destId="{026B44F9-A205-42DF-92C0-6CEC6A6E97D8}" srcOrd="0" destOrd="0" presId="urn:microsoft.com/office/officeart/2008/layout/LinedList"/>
    <dgm:cxn modelId="{1F1842A7-0B0F-44E9-B5AA-C5A833E5486F}" type="presParOf" srcId="{A8D1B4BD-F54B-4D32-B397-4E41F45EE1F3}" destId="{396175BA-3043-4FF7-9DF9-8274C437649F}" srcOrd="1" destOrd="0" presId="urn:microsoft.com/office/officeart/2008/layout/LinedList"/>
    <dgm:cxn modelId="{1E6561EB-26EC-4777-A5ED-200ECFA333D7}" type="presParOf" srcId="{F01AC67B-1617-43E4-8BB3-BE2027E615C8}" destId="{35AAB15F-8A88-4974-A869-7C6B0FBB1149}" srcOrd="4" destOrd="0" presId="urn:microsoft.com/office/officeart/2008/layout/LinedList"/>
    <dgm:cxn modelId="{03D421B5-EAAF-4F60-92AE-FFD895921075}" type="presParOf" srcId="{F01AC67B-1617-43E4-8BB3-BE2027E615C8}" destId="{30F97F0C-7DA0-489D-A717-CA1D16CBBBFF}" srcOrd="5" destOrd="0" presId="urn:microsoft.com/office/officeart/2008/layout/LinedList"/>
    <dgm:cxn modelId="{E2514712-F3C8-469E-97DA-157585A6659A}" type="presParOf" srcId="{30F97F0C-7DA0-489D-A717-CA1D16CBBBFF}" destId="{2C9E90B7-1749-488C-B4A1-1B11D7C8A26F}" srcOrd="0" destOrd="0" presId="urn:microsoft.com/office/officeart/2008/layout/LinedList"/>
    <dgm:cxn modelId="{F3A4B929-601F-4608-BF2F-B23B4D9C0B24}" type="presParOf" srcId="{30F97F0C-7DA0-489D-A717-CA1D16CBBBFF}" destId="{0BF17ED4-98F4-485E-8F50-B0725D970529}" srcOrd="1" destOrd="0" presId="urn:microsoft.com/office/officeart/2008/layout/LinedList"/>
    <dgm:cxn modelId="{DDF6E022-9A5D-432D-A8EB-3852B3B0B8DA}" type="presParOf" srcId="{F01AC67B-1617-43E4-8BB3-BE2027E615C8}" destId="{6ABF3432-29B9-4E37-879D-CF711735B9EF}" srcOrd="6" destOrd="0" presId="urn:microsoft.com/office/officeart/2008/layout/LinedList"/>
    <dgm:cxn modelId="{68D5FC81-B29B-4C6E-A9E1-E440F9F0A0AF}" type="presParOf" srcId="{F01AC67B-1617-43E4-8BB3-BE2027E615C8}" destId="{6B5EA7B9-CD90-4651-8485-B795C776360A}" srcOrd="7" destOrd="0" presId="urn:microsoft.com/office/officeart/2008/layout/LinedList"/>
    <dgm:cxn modelId="{0350E387-9A74-4D1C-B3DA-B01E61C22D12}" type="presParOf" srcId="{6B5EA7B9-CD90-4651-8485-B795C776360A}" destId="{24C3FCE7-3BCC-42AA-A937-97C654522069}" srcOrd="0" destOrd="0" presId="urn:microsoft.com/office/officeart/2008/layout/LinedList"/>
    <dgm:cxn modelId="{F5E47CDF-41D3-4CFA-9C96-1945FDF0C067}" type="presParOf" srcId="{6B5EA7B9-CD90-4651-8485-B795C776360A}" destId="{DB5D8784-09D8-4872-B9D9-1D497955B8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0C148C-68CD-4A4C-B733-A0815B38804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E0A30B0-8FF2-4CF6-9AEA-7583252D7AFC}">
      <dgm:prSet custT="1"/>
      <dgm:spPr/>
      <dgm:t>
        <a:bodyPr/>
        <a:lstStyle/>
        <a:p>
          <a:r>
            <a:rPr lang="en-US" sz="1150" b="1"/>
            <a:t>Blog Summaries</a:t>
          </a:r>
        </a:p>
        <a:p>
          <a:r>
            <a:rPr lang="en-US" sz="1150"/>
            <a:t>Concise articles summarizing each podcast episode  </a:t>
          </a:r>
        </a:p>
      </dgm:t>
    </dgm:pt>
    <dgm:pt modelId="{07CFBC88-DC53-4233-8285-EE66F4E631F4}" type="parTrans" cxnId="{5E39B0B4-AEA4-49C2-8DBE-530174BB0F40}">
      <dgm:prSet/>
      <dgm:spPr/>
      <dgm:t>
        <a:bodyPr/>
        <a:lstStyle/>
        <a:p>
          <a:endParaRPr lang="en-US" sz="1150"/>
        </a:p>
      </dgm:t>
    </dgm:pt>
    <dgm:pt modelId="{8F2C46E4-1F7A-43F7-814C-A77FD81538C1}" type="sibTrans" cxnId="{5E39B0B4-AEA4-49C2-8DBE-530174BB0F40}">
      <dgm:prSet/>
      <dgm:spPr/>
      <dgm:t>
        <a:bodyPr/>
        <a:lstStyle/>
        <a:p>
          <a:endParaRPr lang="en-US" sz="1150"/>
        </a:p>
      </dgm:t>
    </dgm:pt>
    <dgm:pt modelId="{AF7240A2-1464-443A-822E-DFF046F66427}">
      <dgm:prSet custT="1"/>
      <dgm:spPr/>
      <dgm:t>
        <a:bodyPr/>
        <a:lstStyle/>
        <a:p>
          <a:r>
            <a:rPr lang="en-US" sz="1150" b="1"/>
            <a:t>Key Takeaways</a:t>
          </a:r>
        </a:p>
        <a:p>
          <a:r>
            <a:rPr lang="en-US" sz="1150"/>
            <a:t>Highlight actionable financial tips from success stories  </a:t>
          </a:r>
        </a:p>
      </dgm:t>
    </dgm:pt>
    <dgm:pt modelId="{76CDDDEF-4D95-41AC-832B-15ABD064DC69}" type="parTrans" cxnId="{3A447C09-54D4-42D8-A606-6DB73DB23094}">
      <dgm:prSet/>
      <dgm:spPr/>
      <dgm:t>
        <a:bodyPr/>
        <a:lstStyle/>
        <a:p>
          <a:endParaRPr lang="en-US" sz="1150"/>
        </a:p>
      </dgm:t>
    </dgm:pt>
    <dgm:pt modelId="{1E3ED04E-1DAB-42E7-BE9F-A83FAF2F87BD}" type="sibTrans" cxnId="{3A447C09-54D4-42D8-A606-6DB73DB23094}">
      <dgm:prSet/>
      <dgm:spPr/>
      <dgm:t>
        <a:bodyPr/>
        <a:lstStyle/>
        <a:p>
          <a:endParaRPr lang="en-US" sz="1150"/>
        </a:p>
      </dgm:t>
    </dgm:pt>
    <dgm:pt modelId="{3E066FEF-5D68-4AF0-975B-630C5C3DEE64}">
      <dgm:prSet custT="1"/>
      <dgm:spPr/>
      <dgm:t>
        <a:bodyPr/>
        <a:lstStyle/>
        <a:p>
          <a:r>
            <a:rPr lang="en-US" sz="1150" b="1"/>
            <a:t>SEO Optimized</a:t>
          </a:r>
        </a:p>
        <a:p>
          <a:r>
            <a:rPr lang="en-US" sz="1150"/>
            <a:t>Improve search visibility with relevant keywords  </a:t>
          </a:r>
        </a:p>
      </dgm:t>
    </dgm:pt>
    <dgm:pt modelId="{E5DAC003-43C6-4707-A82A-894DED2DFFEF}" type="parTrans" cxnId="{3BA579DA-D6D9-4298-B8D0-7E6CC00730C7}">
      <dgm:prSet/>
      <dgm:spPr/>
      <dgm:t>
        <a:bodyPr/>
        <a:lstStyle/>
        <a:p>
          <a:endParaRPr lang="en-US" sz="1150"/>
        </a:p>
      </dgm:t>
    </dgm:pt>
    <dgm:pt modelId="{2028459B-C07C-4306-AD5C-EF812E617A7D}" type="sibTrans" cxnId="{3BA579DA-D6D9-4298-B8D0-7E6CC00730C7}">
      <dgm:prSet/>
      <dgm:spPr/>
      <dgm:t>
        <a:bodyPr/>
        <a:lstStyle/>
        <a:p>
          <a:endParaRPr lang="en-US" sz="1150"/>
        </a:p>
      </dgm:t>
    </dgm:pt>
    <dgm:pt modelId="{EE59B3C7-831E-4483-B7C8-2073A2AB9D62}">
      <dgm:prSet custT="1"/>
      <dgm:spPr/>
      <dgm:t>
        <a:bodyPr/>
        <a:lstStyle/>
        <a:p>
          <a:r>
            <a:rPr lang="en-US" sz="1150" b="1"/>
            <a:t>Reader-Friendly Format</a:t>
          </a:r>
        </a:p>
        <a:p>
          <a:r>
            <a:rPr lang="en-US" sz="1150"/>
            <a:t>Simplified language for easy understanding</a:t>
          </a:r>
        </a:p>
      </dgm:t>
    </dgm:pt>
    <dgm:pt modelId="{9AA88C94-2698-49AA-88BC-9BCF9666E8FE}" type="parTrans" cxnId="{EC12AF41-FCAA-46EA-B093-BE9F37883F3F}">
      <dgm:prSet/>
      <dgm:spPr/>
      <dgm:t>
        <a:bodyPr/>
        <a:lstStyle/>
        <a:p>
          <a:endParaRPr lang="en-US" sz="1150"/>
        </a:p>
      </dgm:t>
    </dgm:pt>
    <dgm:pt modelId="{56207CF2-A823-4A2E-AD45-B5E30332B43D}" type="sibTrans" cxnId="{EC12AF41-FCAA-46EA-B093-BE9F37883F3F}">
      <dgm:prSet/>
      <dgm:spPr/>
      <dgm:t>
        <a:bodyPr/>
        <a:lstStyle/>
        <a:p>
          <a:endParaRPr lang="en-US" sz="1150"/>
        </a:p>
      </dgm:t>
    </dgm:pt>
    <dgm:pt modelId="{B72884E6-5051-40CC-A8C0-C3178CD52082}">
      <dgm:prSet custT="1"/>
      <dgm:spPr/>
      <dgm:t>
        <a:bodyPr/>
        <a:lstStyle/>
        <a:p>
          <a:r>
            <a:rPr lang="en-US" sz="1150" b="1"/>
            <a:t>Cross-Platform Promotion </a:t>
          </a:r>
        </a:p>
        <a:p>
          <a:r>
            <a:rPr lang="en-US" sz="1150"/>
            <a:t>Drive podcast traffic through blog links </a:t>
          </a:r>
        </a:p>
      </dgm:t>
    </dgm:pt>
    <dgm:pt modelId="{284CD10E-6502-4E43-9639-E04619BA0D40}" type="parTrans" cxnId="{EC922D6B-74F9-4FAE-9819-64FB2A5173B6}">
      <dgm:prSet/>
      <dgm:spPr/>
      <dgm:t>
        <a:bodyPr/>
        <a:lstStyle/>
        <a:p>
          <a:endParaRPr lang="en-US" sz="1150"/>
        </a:p>
      </dgm:t>
    </dgm:pt>
    <dgm:pt modelId="{47AB4FC1-427B-40F4-9481-DD14D53209A4}" type="sibTrans" cxnId="{EC922D6B-74F9-4FAE-9819-64FB2A5173B6}">
      <dgm:prSet/>
      <dgm:spPr/>
      <dgm:t>
        <a:bodyPr/>
        <a:lstStyle/>
        <a:p>
          <a:endParaRPr lang="en-US" sz="1150"/>
        </a:p>
      </dgm:t>
    </dgm:pt>
    <dgm:pt modelId="{A160C786-5B60-40B4-B63A-B3387E858475}" type="pres">
      <dgm:prSet presAssocID="{290C148C-68CD-4A4C-B733-A0815B38804E}" presName="vert0" presStyleCnt="0">
        <dgm:presLayoutVars>
          <dgm:dir/>
          <dgm:animOne val="branch"/>
          <dgm:animLvl val="lvl"/>
        </dgm:presLayoutVars>
      </dgm:prSet>
      <dgm:spPr/>
    </dgm:pt>
    <dgm:pt modelId="{97C3C839-1A22-4614-9EB6-39733F60F478}" type="pres">
      <dgm:prSet presAssocID="{0E0A30B0-8FF2-4CF6-9AEA-7583252D7AFC}" presName="thickLine" presStyleLbl="alignNode1" presStyleIdx="0" presStyleCnt="5"/>
      <dgm:spPr/>
    </dgm:pt>
    <dgm:pt modelId="{D7815091-40F8-4424-9C60-D92DAD1BF093}" type="pres">
      <dgm:prSet presAssocID="{0E0A30B0-8FF2-4CF6-9AEA-7583252D7AFC}" presName="horz1" presStyleCnt="0"/>
      <dgm:spPr/>
    </dgm:pt>
    <dgm:pt modelId="{CB850FCC-366F-4553-ABB6-D132CC90B023}" type="pres">
      <dgm:prSet presAssocID="{0E0A30B0-8FF2-4CF6-9AEA-7583252D7AFC}" presName="tx1" presStyleLbl="revTx" presStyleIdx="0" presStyleCnt="5"/>
      <dgm:spPr/>
    </dgm:pt>
    <dgm:pt modelId="{E6166981-3205-458E-9010-2470A35B813A}" type="pres">
      <dgm:prSet presAssocID="{0E0A30B0-8FF2-4CF6-9AEA-7583252D7AFC}" presName="vert1" presStyleCnt="0"/>
      <dgm:spPr/>
    </dgm:pt>
    <dgm:pt modelId="{265CF74F-A4CF-469D-81E7-513A87E83E82}" type="pres">
      <dgm:prSet presAssocID="{AF7240A2-1464-443A-822E-DFF046F66427}" presName="thickLine" presStyleLbl="alignNode1" presStyleIdx="1" presStyleCnt="5"/>
      <dgm:spPr/>
    </dgm:pt>
    <dgm:pt modelId="{C828A199-EBCC-4BD1-962A-FB05DD4FE0B5}" type="pres">
      <dgm:prSet presAssocID="{AF7240A2-1464-443A-822E-DFF046F66427}" presName="horz1" presStyleCnt="0"/>
      <dgm:spPr/>
    </dgm:pt>
    <dgm:pt modelId="{2A14EA0F-F07D-4221-9574-D9FB0B1F58E2}" type="pres">
      <dgm:prSet presAssocID="{AF7240A2-1464-443A-822E-DFF046F66427}" presName="tx1" presStyleLbl="revTx" presStyleIdx="1" presStyleCnt="5"/>
      <dgm:spPr/>
    </dgm:pt>
    <dgm:pt modelId="{6C28D6D5-EA34-46EB-A7E3-FEE2DF789CBA}" type="pres">
      <dgm:prSet presAssocID="{AF7240A2-1464-443A-822E-DFF046F66427}" presName="vert1" presStyleCnt="0"/>
      <dgm:spPr/>
    </dgm:pt>
    <dgm:pt modelId="{AC6E82B8-B718-4A1F-AD43-0CCF71D488A6}" type="pres">
      <dgm:prSet presAssocID="{3E066FEF-5D68-4AF0-975B-630C5C3DEE64}" presName="thickLine" presStyleLbl="alignNode1" presStyleIdx="2" presStyleCnt="5"/>
      <dgm:spPr/>
    </dgm:pt>
    <dgm:pt modelId="{E9DBF018-387C-475F-8972-9E8166A59F12}" type="pres">
      <dgm:prSet presAssocID="{3E066FEF-5D68-4AF0-975B-630C5C3DEE64}" presName="horz1" presStyleCnt="0"/>
      <dgm:spPr/>
    </dgm:pt>
    <dgm:pt modelId="{8D95ECF2-9DA0-4762-AB15-707F21CA183D}" type="pres">
      <dgm:prSet presAssocID="{3E066FEF-5D68-4AF0-975B-630C5C3DEE64}" presName="tx1" presStyleLbl="revTx" presStyleIdx="2" presStyleCnt="5"/>
      <dgm:spPr/>
    </dgm:pt>
    <dgm:pt modelId="{C971DF30-B654-4CF5-86A6-26C1C1DC2862}" type="pres">
      <dgm:prSet presAssocID="{3E066FEF-5D68-4AF0-975B-630C5C3DEE64}" presName="vert1" presStyleCnt="0"/>
      <dgm:spPr/>
    </dgm:pt>
    <dgm:pt modelId="{4F5DD61E-39A1-4225-8AC0-7E1EEA4DABDB}" type="pres">
      <dgm:prSet presAssocID="{EE59B3C7-831E-4483-B7C8-2073A2AB9D62}" presName="thickLine" presStyleLbl="alignNode1" presStyleIdx="3" presStyleCnt="5"/>
      <dgm:spPr/>
    </dgm:pt>
    <dgm:pt modelId="{58ACDEE3-4AF4-4476-89CB-6AD10E58F2F0}" type="pres">
      <dgm:prSet presAssocID="{EE59B3C7-831E-4483-B7C8-2073A2AB9D62}" presName="horz1" presStyleCnt="0"/>
      <dgm:spPr/>
    </dgm:pt>
    <dgm:pt modelId="{1654A3A8-7B4D-4BEF-ABC0-88E2FC181498}" type="pres">
      <dgm:prSet presAssocID="{EE59B3C7-831E-4483-B7C8-2073A2AB9D62}" presName="tx1" presStyleLbl="revTx" presStyleIdx="3" presStyleCnt="5"/>
      <dgm:spPr/>
    </dgm:pt>
    <dgm:pt modelId="{DFD5EC76-52EC-4FAC-8431-C7D927A3D7D9}" type="pres">
      <dgm:prSet presAssocID="{EE59B3C7-831E-4483-B7C8-2073A2AB9D62}" presName="vert1" presStyleCnt="0"/>
      <dgm:spPr/>
    </dgm:pt>
    <dgm:pt modelId="{6331DC7B-51EB-42ED-9281-199D4000AE26}" type="pres">
      <dgm:prSet presAssocID="{B72884E6-5051-40CC-A8C0-C3178CD52082}" presName="thickLine" presStyleLbl="alignNode1" presStyleIdx="4" presStyleCnt="5"/>
      <dgm:spPr/>
    </dgm:pt>
    <dgm:pt modelId="{D2129257-C66C-47FF-8180-A39BCCF8A6DF}" type="pres">
      <dgm:prSet presAssocID="{B72884E6-5051-40CC-A8C0-C3178CD52082}" presName="horz1" presStyleCnt="0"/>
      <dgm:spPr/>
    </dgm:pt>
    <dgm:pt modelId="{305A277E-90DB-4BEF-8323-B2ACE821DD8E}" type="pres">
      <dgm:prSet presAssocID="{B72884E6-5051-40CC-A8C0-C3178CD52082}" presName="tx1" presStyleLbl="revTx" presStyleIdx="4" presStyleCnt="5"/>
      <dgm:spPr/>
    </dgm:pt>
    <dgm:pt modelId="{73E645C7-1575-47A8-85F2-D18E7AEF679F}" type="pres">
      <dgm:prSet presAssocID="{B72884E6-5051-40CC-A8C0-C3178CD52082}" presName="vert1" presStyleCnt="0"/>
      <dgm:spPr/>
    </dgm:pt>
  </dgm:ptLst>
  <dgm:cxnLst>
    <dgm:cxn modelId="{3A447C09-54D4-42D8-A606-6DB73DB23094}" srcId="{290C148C-68CD-4A4C-B733-A0815B38804E}" destId="{AF7240A2-1464-443A-822E-DFF046F66427}" srcOrd="1" destOrd="0" parTransId="{76CDDDEF-4D95-41AC-832B-15ABD064DC69}" sibTransId="{1E3ED04E-1DAB-42E7-BE9F-A83FAF2F87BD}"/>
    <dgm:cxn modelId="{EC12AF41-FCAA-46EA-B093-BE9F37883F3F}" srcId="{290C148C-68CD-4A4C-B733-A0815B38804E}" destId="{EE59B3C7-831E-4483-B7C8-2073A2AB9D62}" srcOrd="3" destOrd="0" parTransId="{9AA88C94-2698-49AA-88BC-9BCF9666E8FE}" sibTransId="{56207CF2-A823-4A2E-AD45-B5E30332B43D}"/>
    <dgm:cxn modelId="{EC922D6B-74F9-4FAE-9819-64FB2A5173B6}" srcId="{290C148C-68CD-4A4C-B733-A0815B38804E}" destId="{B72884E6-5051-40CC-A8C0-C3178CD52082}" srcOrd="4" destOrd="0" parTransId="{284CD10E-6502-4E43-9639-E04619BA0D40}" sibTransId="{47AB4FC1-427B-40F4-9481-DD14D53209A4}"/>
    <dgm:cxn modelId="{5061BF4D-7FEF-4F0E-86DE-9BB719896921}" type="presOf" srcId="{AF7240A2-1464-443A-822E-DFF046F66427}" destId="{2A14EA0F-F07D-4221-9574-D9FB0B1F58E2}" srcOrd="0" destOrd="0" presId="urn:microsoft.com/office/officeart/2008/layout/LinedList"/>
    <dgm:cxn modelId="{55BE4551-2BB9-4D4C-B585-5A5B3EA56A19}" type="presOf" srcId="{EE59B3C7-831E-4483-B7C8-2073A2AB9D62}" destId="{1654A3A8-7B4D-4BEF-ABC0-88E2FC181498}" srcOrd="0" destOrd="0" presId="urn:microsoft.com/office/officeart/2008/layout/LinedList"/>
    <dgm:cxn modelId="{9603FD7C-92D9-4F92-A90F-98A579C61620}" type="presOf" srcId="{290C148C-68CD-4A4C-B733-A0815B38804E}" destId="{A160C786-5B60-40B4-B63A-B3387E858475}" srcOrd="0" destOrd="0" presId="urn:microsoft.com/office/officeart/2008/layout/LinedList"/>
    <dgm:cxn modelId="{74183AAF-A72A-448A-A79E-C3C1AD23E6EA}" type="presOf" srcId="{0E0A30B0-8FF2-4CF6-9AEA-7583252D7AFC}" destId="{CB850FCC-366F-4553-ABB6-D132CC90B023}" srcOrd="0" destOrd="0" presId="urn:microsoft.com/office/officeart/2008/layout/LinedList"/>
    <dgm:cxn modelId="{5E39B0B4-AEA4-49C2-8DBE-530174BB0F40}" srcId="{290C148C-68CD-4A4C-B733-A0815B38804E}" destId="{0E0A30B0-8FF2-4CF6-9AEA-7583252D7AFC}" srcOrd="0" destOrd="0" parTransId="{07CFBC88-DC53-4233-8285-EE66F4E631F4}" sibTransId="{8F2C46E4-1F7A-43F7-814C-A77FD81538C1}"/>
    <dgm:cxn modelId="{FE45E1CB-19B5-4394-AFFC-E94A82D5839D}" type="presOf" srcId="{B72884E6-5051-40CC-A8C0-C3178CD52082}" destId="{305A277E-90DB-4BEF-8323-B2ACE821DD8E}" srcOrd="0" destOrd="0" presId="urn:microsoft.com/office/officeart/2008/layout/LinedList"/>
    <dgm:cxn modelId="{3BA579DA-D6D9-4298-B8D0-7E6CC00730C7}" srcId="{290C148C-68CD-4A4C-B733-A0815B38804E}" destId="{3E066FEF-5D68-4AF0-975B-630C5C3DEE64}" srcOrd="2" destOrd="0" parTransId="{E5DAC003-43C6-4707-A82A-894DED2DFFEF}" sibTransId="{2028459B-C07C-4306-AD5C-EF812E617A7D}"/>
    <dgm:cxn modelId="{9AEFD4FD-38AF-452B-B33E-6870B7380311}" type="presOf" srcId="{3E066FEF-5D68-4AF0-975B-630C5C3DEE64}" destId="{8D95ECF2-9DA0-4762-AB15-707F21CA183D}" srcOrd="0" destOrd="0" presId="urn:microsoft.com/office/officeart/2008/layout/LinedList"/>
    <dgm:cxn modelId="{E03B2A3B-1C94-486B-82AF-13D379D20997}" type="presParOf" srcId="{A160C786-5B60-40B4-B63A-B3387E858475}" destId="{97C3C839-1A22-4614-9EB6-39733F60F478}" srcOrd="0" destOrd="0" presId="urn:microsoft.com/office/officeart/2008/layout/LinedList"/>
    <dgm:cxn modelId="{2476E2E9-EC51-4EA2-967B-10EDF5CDB4C1}" type="presParOf" srcId="{A160C786-5B60-40B4-B63A-B3387E858475}" destId="{D7815091-40F8-4424-9C60-D92DAD1BF093}" srcOrd="1" destOrd="0" presId="urn:microsoft.com/office/officeart/2008/layout/LinedList"/>
    <dgm:cxn modelId="{9884F661-86F7-4E12-ACBA-BC1C64C98CB0}" type="presParOf" srcId="{D7815091-40F8-4424-9C60-D92DAD1BF093}" destId="{CB850FCC-366F-4553-ABB6-D132CC90B023}" srcOrd="0" destOrd="0" presId="urn:microsoft.com/office/officeart/2008/layout/LinedList"/>
    <dgm:cxn modelId="{33007379-5896-4EE0-A58C-2EAF21336712}" type="presParOf" srcId="{D7815091-40F8-4424-9C60-D92DAD1BF093}" destId="{E6166981-3205-458E-9010-2470A35B813A}" srcOrd="1" destOrd="0" presId="urn:microsoft.com/office/officeart/2008/layout/LinedList"/>
    <dgm:cxn modelId="{E8690AED-B435-44C8-87B1-1E7BC8CA0392}" type="presParOf" srcId="{A160C786-5B60-40B4-B63A-B3387E858475}" destId="{265CF74F-A4CF-469D-81E7-513A87E83E82}" srcOrd="2" destOrd="0" presId="urn:microsoft.com/office/officeart/2008/layout/LinedList"/>
    <dgm:cxn modelId="{D85BB0E1-7E95-426B-8F18-A2AC00BF4B3B}" type="presParOf" srcId="{A160C786-5B60-40B4-B63A-B3387E858475}" destId="{C828A199-EBCC-4BD1-962A-FB05DD4FE0B5}" srcOrd="3" destOrd="0" presId="urn:microsoft.com/office/officeart/2008/layout/LinedList"/>
    <dgm:cxn modelId="{C79E0C7F-9614-4BE8-8685-71FA59F246A2}" type="presParOf" srcId="{C828A199-EBCC-4BD1-962A-FB05DD4FE0B5}" destId="{2A14EA0F-F07D-4221-9574-D9FB0B1F58E2}" srcOrd="0" destOrd="0" presId="urn:microsoft.com/office/officeart/2008/layout/LinedList"/>
    <dgm:cxn modelId="{C7194261-6074-4D9F-923B-158591E56CD9}" type="presParOf" srcId="{C828A199-EBCC-4BD1-962A-FB05DD4FE0B5}" destId="{6C28D6D5-EA34-46EB-A7E3-FEE2DF789CBA}" srcOrd="1" destOrd="0" presId="urn:microsoft.com/office/officeart/2008/layout/LinedList"/>
    <dgm:cxn modelId="{61B3BCCF-E209-48EB-B715-EBDA89855960}" type="presParOf" srcId="{A160C786-5B60-40B4-B63A-B3387E858475}" destId="{AC6E82B8-B718-4A1F-AD43-0CCF71D488A6}" srcOrd="4" destOrd="0" presId="urn:microsoft.com/office/officeart/2008/layout/LinedList"/>
    <dgm:cxn modelId="{7D16730A-E92F-4A2A-A607-C235FC7A17C7}" type="presParOf" srcId="{A160C786-5B60-40B4-B63A-B3387E858475}" destId="{E9DBF018-387C-475F-8972-9E8166A59F12}" srcOrd="5" destOrd="0" presId="urn:microsoft.com/office/officeart/2008/layout/LinedList"/>
    <dgm:cxn modelId="{D4020571-FCE1-42AB-BEF0-7E4F1DCDEA67}" type="presParOf" srcId="{E9DBF018-387C-475F-8972-9E8166A59F12}" destId="{8D95ECF2-9DA0-4762-AB15-707F21CA183D}" srcOrd="0" destOrd="0" presId="urn:microsoft.com/office/officeart/2008/layout/LinedList"/>
    <dgm:cxn modelId="{5BC30F18-0226-4230-AD24-F3BB1E1598FD}" type="presParOf" srcId="{E9DBF018-387C-475F-8972-9E8166A59F12}" destId="{C971DF30-B654-4CF5-86A6-26C1C1DC2862}" srcOrd="1" destOrd="0" presId="urn:microsoft.com/office/officeart/2008/layout/LinedList"/>
    <dgm:cxn modelId="{145A7B7E-7AE6-4E5A-B740-CBEE3CC28B97}" type="presParOf" srcId="{A160C786-5B60-40B4-B63A-B3387E858475}" destId="{4F5DD61E-39A1-4225-8AC0-7E1EEA4DABDB}" srcOrd="6" destOrd="0" presId="urn:microsoft.com/office/officeart/2008/layout/LinedList"/>
    <dgm:cxn modelId="{A5E16885-D867-4F3A-8CC6-FDE61B8614AF}" type="presParOf" srcId="{A160C786-5B60-40B4-B63A-B3387E858475}" destId="{58ACDEE3-4AF4-4476-89CB-6AD10E58F2F0}" srcOrd="7" destOrd="0" presId="urn:microsoft.com/office/officeart/2008/layout/LinedList"/>
    <dgm:cxn modelId="{227AFC65-E8AC-4694-8F77-F15982F29E05}" type="presParOf" srcId="{58ACDEE3-4AF4-4476-89CB-6AD10E58F2F0}" destId="{1654A3A8-7B4D-4BEF-ABC0-88E2FC181498}" srcOrd="0" destOrd="0" presId="urn:microsoft.com/office/officeart/2008/layout/LinedList"/>
    <dgm:cxn modelId="{EA234A17-5035-4B6C-A40A-0E147CFE1CF7}" type="presParOf" srcId="{58ACDEE3-4AF4-4476-89CB-6AD10E58F2F0}" destId="{DFD5EC76-52EC-4FAC-8431-C7D927A3D7D9}" srcOrd="1" destOrd="0" presId="urn:microsoft.com/office/officeart/2008/layout/LinedList"/>
    <dgm:cxn modelId="{DE54C581-0923-4C6A-9CB5-47F1BA65710B}" type="presParOf" srcId="{A160C786-5B60-40B4-B63A-B3387E858475}" destId="{6331DC7B-51EB-42ED-9281-199D4000AE26}" srcOrd="8" destOrd="0" presId="urn:microsoft.com/office/officeart/2008/layout/LinedList"/>
    <dgm:cxn modelId="{F576C0E2-3ED8-43C9-A4BC-4ACB841D7074}" type="presParOf" srcId="{A160C786-5B60-40B4-B63A-B3387E858475}" destId="{D2129257-C66C-47FF-8180-A39BCCF8A6DF}" srcOrd="9" destOrd="0" presId="urn:microsoft.com/office/officeart/2008/layout/LinedList"/>
    <dgm:cxn modelId="{ADFBA621-650E-40B0-9F9E-3952769BF07B}" type="presParOf" srcId="{D2129257-C66C-47FF-8180-A39BCCF8A6DF}" destId="{305A277E-90DB-4BEF-8323-B2ACE821DD8E}" srcOrd="0" destOrd="0" presId="urn:microsoft.com/office/officeart/2008/layout/LinedList"/>
    <dgm:cxn modelId="{29560CEB-B013-4D90-936C-81C130369D60}" type="presParOf" srcId="{D2129257-C66C-47FF-8180-A39BCCF8A6DF}" destId="{73E645C7-1575-47A8-85F2-D18E7AEF67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9B9B28-0FEA-4C7B-980C-1BF0F9DDE7AF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F96BB29-C6E4-4664-820E-21BF4657FC8C}">
      <dgm:prSet/>
      <dgm:spPr/>
      <dgm:t>
        <a:bodyPr/>
        <a:lstStyle/>
        <a:p>
          <a:r>
            <a:rPr lang="en-US"/>
            <a:t>Rising demand for engaging, multimedia financial content.</a:t>
          </a:r>
        </a:p>
      </dgm:t>
    </dgm:pt>
    <dgm:pt modelId="{943D92E4-E9B7-46C3-B948-4710676771ED}" type="parTrans" cxnId="{54BBE93A-1F16-4DF5-B53D-65ABC9E59C29}">
      <dgm:prSet/>
      <dgm:spPr/>
      <dgm:t>
        <a:bodyPr/>
        <a:lstStyle/>
        <a:p>
          <a:endParaRPr lang="en-US"/>
        </a:p>
      </dgm:t>
    </dgm:pt>
    <dgm:pt modelId="{4C43996F-24F1-4A3E-AA43-3B3674D11494}" type="sibTrans" cxnId="{54BBE93A-1F16-4DF5-B53D-65ABC9E59C29}">
      <dgm:prSet/>
      <dgm:spPr/>
      <dgm:t>
        <a:bodyPr/>
        <a:lstStyle/>
        <a:p>
          <a:endParaRPr lang="en-US"/>
        </a:p>
      </dgm:t>
    </dgm:pt>
    <dgm:pt modelId="{382DB717-3F24-4A4B-BFA4-7C72C0FB0DA5}">
      <dgm:prSet/>
      <dgm:spPr/>
      <dgm:t>
        <a:bodyPr/>
        <a:lstStyle/>
        <a:p>
          <a:r>
            <a:rPr lang="en-US"/>
            <a:t>Personal stories foster emotional connection with listeners.</a:t>
          </a:r>
        </a:p>
      </dgm:t>
    </dgm:pt>
    <dgm:pt modelId="{B01E15A5-E436-4D07-8DEC-798CAE6F2D30}" type="parTrans" cxnId="{568EF9BB-5485-4630-B67C-4C99D2FB5A7F}">
      <dgm:prSet/>
      <dgm:spPr/>
      <dgm:t>
        <a:bodyPr/>
        <a:lstStyle/>
        <a:p>
          <a:endParaRPr lang="en-US"/>
        </a:p>
      </dgm:t>
    </dgm:pt>
    <dgm:pt modelId="{7F46D239-D94E-4383-8D6D-0C5B0B4DB54A}" type="sibTrans" cxnId="{568EF9BB-5485-4630-B67C-4C99D2FB5A7F}">
      <dgm:prSet/>
      <dgm:spPr/>
      <dgm:t>
        <a:bodyPr/>
        <a:lstStyle/>
        <a:p>
          <a:endParaRPr lang="en-US"/>
        </a:p>
      </dgm:t>
    </dgm:pt>
    <dgm:pt modelId="{9FC2B86C-7D8B-4D0C-9B6C-FBDECD2695B2}">
      <dgm:prSet/>
      <dgm:spPr/>
      <dgm:t>
        <a:bodyPr/>
        <a:lstStyle/>
        <a:p>
          <a:r>
            <a:rPr lang="en-US"/>
            <a:t>Relatable success stories inspire actionable financial decisions.</a:t>
          </a:r>
        </a:p>
      </dgm:t>
    </dgm:pt>
    <dgm:pt modelId="{978C7661-42D3-4FFD-B4F1-0220A59B5709}" type="parTrans" cxnId="{78D46512-108C-4457-98E8-BF289EADFE2C}">
      <dgm:prSet/>
      <dgm:spPr/>
      <dgm:t>
        <a:bodyPr/>
        <a:lstStyle/>
        <a:p>
          <a:endParaRPr lang="en-US"/>
        </a:p>
      </dgm:t>
    </dgm:pt>
    <dgm:pt modelId="{826920CA-1AFD-4246-AEDB-E83B24E61EB6}" type="sibTrans" cxnId="{78D46512-108C-4457-98E8-BF289EADFE2C}">
      <dgm:prSet/>
      <dgm:spPr/>
      <dgm:t>
        <a:bodyPr/>
        <a:lstStyle/>
        <a:p>
          <a:endParaRPr lang="en-US"/>
        </a:p>
      </dgm:t>
    </dgm:pt>
    <dgm:pt modelId="{E6CE685E-4112-4A4D-B518-E3B04AE41A53}">
      <dgm:prSet/>
      <dgm:spPr/>
      <dgm:t>
        <a:bodyPr/>
        <a:lstStyle/>
        <a:p>
          <a:r>
            <a:rPr lang="en-US"/>
            <a:t>Podcasts cater to time-constrained, on-the-go audiences.</a:t>
          </a:r>
        </a:p>
      </dgm:t>
    </dgm:pt>
    <dgm:pt modelId="{88779ED8-A4B3-40F1-8A4E-B135FCF59C50}" type="parTrans" cxnId="{757B9485-68A9-473E-905E-42C72E6EF470}">
      <dgm:prSet/>
      <dgm:spPr/>
      <dgm:t>
        <a:bodyPr/>
        <a:lstStyle/>
        <a:p>
          <a:endParaRPr lang="en-US"/>
        </a:p>
      </dgm:t>
    </dgm:pt>
    <dgm:pt modelId="{6B7A7639-34B5-404F-A7FB-7E20080EFE4C}" type="sibTrans" cxnId="{757B9485-68A9-473E-905E-42C72E6EF470}">
      <dgm:prSet/>
      <dgm:spPr/>
      <dgm:t>
        <a:bodyPr/>
        <a:lstStyle/>
        <a:p>
          <a:endParaRPr lang="en-US"/>
        </a:p>
      </dgm:t>
    </dgm:pt>
    <dgm:pt modelId="{B40EA56B-00E9-4609-85FF-83DBB283234F}">
      <dgm:prSet/>
      <dgm:spPr/>
      <dgm:t>
        <a:bodyPr/>
        <a:lstStyle/>
        <a:p>
          <a:r>
            <a:rPr lang="en-US"/>
            <a:t>Video and audio OTT consumption is the top way Indians are using the internet</a:t>
          </a:r>
        </a:p>
      </dgm:t>
    </dgm:pt>
    <dgm:pt modelId="{89A861DF-C946-4445-89C1-7350E4B7D964}" type="parTrans" cxnId="{0CBA12A9-A371-4D56-9AAE-A035AD9B14FA}">
      <dgm:prSet/>
      <dgm:spPr/>
      <dgm:t>
        <a:bodyPr/>
        <a:lstStyle/>
        <a:p>
          <a:endParaRPr lang="en-US"/>
        </a:p>
      </dgm:t>
    </dgm:pt>
    <dgm:pt modelId="{FF78E7AA-B742-492F-9AFF-17D07A6062BF}" type="sibTrans" cxnId="{0CBA12A9-A371-4D56-9AAE-A035AD9B14FA}">
      <dgm:prSet/>
      <dgm:spPr/>
      <dgm:t>
        <a:bodyPr/>
        <a:lstStyle/>
        <a:p>
          <a:endParaRPr lang="en-US"/>
        </a:p>
      </dgm:t>
    </dgm:pt>
    <dgm:pt modelId="{8FA1A013-E7CB-4AB7-B39A-F514E87C2368}" type="pres">
      <dgm:prSet presAssocID="{269B9B28-0FEA-4C7B-980C-1BF0F9DDE7AF}" presName="linear" presStyleCnt="0">
        <dgm:presLayoutVars>
          <dgm:animLvl val="lvl"/>
          <dgm:resizeHandles val="exact"/>
        </dgm:presLayoutVars>
      </dgm:prSet>
      <dgm:spPr/>
    </dgm:pt>
    <dgm:pt modelId="{552AE699-EB1A-49CF-9E68-36245FBFB82A}" type="pres">
      <dgm:prSet presAssocID="{AF96BB29-C6E4-4664-820E-21BF4657FC8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3C1AF74-4EEA-421F-B9A6-72B26462303A}" type="pres">
      <dgm:prSet presAssocID="{4C43996F-24F1-4A3E-AA43-3B3674D11494}" presName="spacer" presStyleCnt="0"/>
      <dgm:spPr/>
    </dgm:pt>
    <dgm:pt modelId="{893807A0-2333-43A4-8C3D-C80364F0520F}" type="pres">
      <dgm:prSet presAssocID="{382DB717-3F24-4A4B-BFA4-7C72C0FB0DA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B329DF2-BB54-488B-AF0B-49D580CEFAC7}" type="pres">
      <dgm:prSet presAssocID="{7F46D239-D94E-4383-8D6D-0C5B0B4DB54A}" presName="spacer" presStyleCnt="0"/>
      <dgm:spPr/>
    </dgm:pt>
    <dgm:pt modelId="{509C538B-F4F3-443B-9453-2FDF655D5488}" type="pres">
      <dgm:prSet presAssocID="{9FC2B86C-7D8B-4D0C-9B6C-FBDECD2695B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AA20A18-01DA-459F-BE14-96C8E086FA9D}" type="pres">
      <dgm:prSet presAssocID="{826920CA-1AFD-4246-AEDB-E83B24E61EB6}" presName="spacer" presStyleCnt="0"/>
      <dgm:spPr/>
    </dgm:pt>
    <dgm:pt modelId="{2A90CB43-1AF4-4B4D-BE96-320BA7C4C3F8}" type="pres">
      <dgm:prSet presAssocID="{E6CE685E-4112-4A4D-B518-E3B04AE41A5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E2F3073-DF57-4719-80E5-C605C060D702}" type="pres">
      <dgm:prSet presAssocID="{6B7A7639-34B5-404F-A7FB-7E20080EFE4C}" presName="spacer" presStyleCnt="0"/>
      <dgm:spPr/>
    </dgm:pt>
    <dgm:pt modelId="{88DCD2D1-C8C6-4131-9738-9338B67D0143}" type="pres">
      <dgm:prSet presAssocID="{B40EA56B-00E9-4609-85FF-83DBB283234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8D46512-108C-4457-98E8-BF289EADFE2C}" srcId="{269B9B28-0FEA-4C7B-980C-1BF0F9DDE7AF}" destId="{9FC2B86C-7D8B-4D0C-9B6C-FBDECD2695B2}" srcOrd="2" destOrd="0" parTransId="{978C7661-42D3-4FFD-B4F1-0220A59B5709}" sibTransId="{826920CA-1AFD-4246-AEDB-E83B24E61EB6}"/>
    <dgm:cxn modelId="{54BBE93A-1F16-4DF5-B53D-65ABC9E59C29}" srcId="{269B9B28-0FEA-4C7B-980C-1BF0F9DDE7AF}" destId="{AF96BB29-C6E4-4664-820E-21BF4657FC8C}" srcOrd="0" destOrd="0" parTransId="{943D92E4-E9B7-46C3-B948-4710676771ED}" sibTransId="{4C43996F-24F1-4A3E-AA43-3B3674D11494}"/>
    <dgm:cxn modelId="{247B605B-351C-4B53-A673-9DE7FA306333}" type="presOf" srcId="{B40EA56B-00E9-4609-85FF-83DBB283234F}" destId="{88DCD2D1-C8C6-4131-9738-9338B67D0143}" srcOrd="0" destOrd="0" presId="urn:microsoft.com/office/officeart/2005/8/layout/vList2"/>
    <dgm:cxn modelId="{26921F5E-1110-4701-9E57-B563EBC30172}" type="presOf" srcId="{382DB717-3F24-4A4B-BFA4-7C72C0FB0DA5}" destId="{893807A0-2333-43A4-8C3D-C80364F0520F}" srcOrd="0" destOrd="0" presId="urn:microsoft.com/office/officeart/2005/8/layout/vList2"/>
    <dgm:cxn modelId="{B9BEE783-67AC-4FB8-9352-DD1F7147C411}" type="presOf" srcId="{9FC2B86C-7D8B-4D0C-9B6C-FBDECD2695B2}" destId="{509C538B-F4F3-443B-9453-2FDF655D5488}" srcOrd="0" destOrd="0" presId="urn:microsoft.com/office/officeart/2005/8/layout/vList2"/>
    <dgm:cxn modelId="{757B9485-68A9-473E-905E-42C72E6EF470}" srcId="{269B9B28-0FEA-4C7B-980C-1BF0F9DDE7AF}" destId="{E6CE685E-4112-4A4D-B518-E3B04AE41A53}" srcOrd="3" destOrd="0" parTransId="{88779ED8-A4B3-40F1-8A4E-B135FCF59C50}" sibTransId="{6B7A7639-34B5-404F-A7FB-7E20080EFE4C}"/>
    <dgm:cxn modelId="{0CBA12A9-A371-4D56-9AAE-A035AD9B14FA}" srcId="{269B9B28-0FEA-4C7B-980C-1BF0F9DDE7AF}" destId="{B40EA56B-00E9-4609-85FF-83DBB283234F}" srcOrd="4" destOrd="0" parTransId="{89A861DF-C946-4445-89C1-7350E4B7D964}" sibTransId="{FF78E7AA-B742-492F-9AFF-17D07A6062BF}"/>
    <dgm:cxn modelId="{568EF9BB-5485-4630-B67C-4C99D2FB5A7F}" srcId="{269B9B28-0FEA-4C7B-980C-1BF0F9DDE7AF}" destId="{382DB717-3F24-4A4B-BFA4-7C72C0FB0DA5}" srcOrd="1" destOrd="0" parTransId="{B01E15A5-E436-4D07-8DEC-798CAE6F2D30}" sibTransId="{7F46D239-D94E-4383-8D6D-0C5B0B4DB54A}"/>
    <dgm:cxn modelId="{851BC8D5-F481-4500-BB96-4C9A7FE2E297}" type="presOf" srcId="{269B9B28-0FEA-4C7B-980C-1BF0F9DDE7AF}" destId="{8FA1A013-E7CB-4AB7-B39A-F514E87C2368}" srcOrd="0" destOrd="0" presId="urn:microsoft.com/office/officeart/2005/8/layout/vList2"/>
    <dgm:cxn modelId="{4B2A16E0-FFDF-4A03-9043-0812281860BC}" type="presOf" srcId="{E6CE685E-4112-4A4D-B518-E3B04AE41A53}" destId="{2A90CB43-1AF4-4B4D-BE96-320BA7C4C3F8}" srcOrd="0" destOrd="0" presId="urn:microsoft.com/office/officeart/2005/8/layout/vList2"/>
    <dgm:cxn modelId="{1B791AF2-64FA-4563-A0B1-B8B885219B7C}" type="presOf" srcId="{AF96BB29-C6E4-4664-820E-21BF4657FC8C}" destId="{552AE699-EB1A-49CF-9E68-36245FBFB82A}" srcOrd="0" destOrd="0" presId="urn:microsoft.com/office/officeart/2005/8/layout/vList2"/>
    <dgm:cxn modelId="{201EECF9-DA14-4D4B-89A3-5C55EB115733}" type="presParOf" srcId="{8FA1A013-E7CB-4AB7-B39A-F514E87C2368}" destId="{552AE699-EB1A-49CF-9E68-36245FBFB82A}" srcOrd="0" destOrd="0" presId="urn:microsoft.com/office/officeart/2005/8/layout/vList2"/>
    <dgm:cxn modelId="{15C299AF-3175-4EDA-AF92-8B683BE677DD}" type="presParOf" srcId="{8FA1A013-E7CB-4AB7-B39A-F514E87C2368}" destId="{93C1AF74-4EEA-421F-B9A6-72B26462303A}" srcOrd="1" destOrd="0" presId="urn:microsoft.com/office/officeart/2005/8/layout/vList2"/>
    <dgm:cxn modelId="{975F5BF7-ABC9-4A7A-9DE2-200CC98DF93C}" type="presParOf" srcId="{8FA1A013-E7CB-4AB7-B39A-F514E87C2368}" destId="{893807A0-2333-43A4-8C3D-C80364F0520F}" srcOrd="2" destOrd="0" presId="urn:microsoft.com/office/officeart/2005/8/layout/vList2"/>
    <dgm:cxn modelId="{883446E1-CD9A-41DE-8593-6A561E846383}" type="presParOf" srcId="{8FA1A013-E7CB-4AB7-B39A-F514E87C2368}" destId="{1B329DF2-BB54-488B-AF0B-49D580CEFAC7}" srcOrd="3" destOrd="0" presId="urn:microsoft.com/office/officeart/2005/8/layout/vList2"/>
    <dgm:cxn modelId="{122736DF-6AF2-4919-B6FD-0AD1796793C1}" type="presParOf" srcId="{8FA1A013-E7CB-4AB7-B39A-F514E87C2368}" destId="{509C538B-F4F3-443B-9453-2FDF655D5488}" srcOrd="4" destOrd="0" presId="urn:microsoft.com/office/officeart/2005/8/layout/vList2"/>
    <dgm:cxn modelId="{81253925-9A68-48B1-9BB5-9536F0E60608}" type="presParOf" srcId="{8FA1A013-E7CB-4AB7-B39A-F514E87C2368}" destId="{EAA20A18-01DA-459F-BE14-96C8E086FA9D}" srcOrd="5" destOrd="0" presId="urn:microsoft.com/office/officeart/2005/8/layout/vList2"/>
    <dgm:cxn modelId="{E2660B76-6E9C-46BD-AA0B-86BAADB60038}" type="presParOf" srcId="{8FA1A013-E7CB-4AB7-B39A-F514E87C2368}" destId="{2A90CB43-1AF4-4B4D-BE96-320BA7C4C3F8}" srcOrd="6" destOrd="0" presId="urn:microsoft.com/office/officeart/2005/8/layout/vList2"/>
    <dgm:cxn modelId="{05B08EB9-52C0-4DCF-BEB7-FCE81C2AF32A}" type="presParOf" srcId="{8FA1A013-E7CB-4AB7-B39A-F514E87C2368}" destId="{0E2F3073-DF57-4719-80E5-C605C060D702}" srcOrd="7" destOrd="0" presId="urn:microsoft.com/office/officeart/2005/8/layout/vList2"/>
    <dgm:cxn modelId="{2C709AFD-977E-49FB-A584-D8FB592CC701}" type="presParOf" srcId="{8FA1A013-E7CB-4AB7-B39A-F514E87C2368}" destId="{88DCD2D1-C8C6-4131-9738-9338B67D014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F4124-A8A7-4B0E-89F5-79A4DA3831B1}">
      <dsp:nvSpPr>
        <dsp:cNvPr id="0" name=""/>
        <dsp:cNvSpPr/>
      </dsp:nvSpPr>
      <dsp:spPr>
        <a:xfrm>
          <a:off x="0" y="0"/>
          <a:ext cx="6776114" cy="304200"/>
        </a:xfrm>
        <a:prstGeom prst="roundRect">
          <a:avLst/>
        </a:prstGeom>
        <a:solidFill>
          <a:srgbClr val="002060"/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Finshots is a </a:t>
          </a:r>
          <a:r>
            <a:rPr lang="en-US" sz="1300" b="0" i="0" kern="1200">
              <a:solidFill>
                <a:srgbClr val="FFFF00"/>
              </a:solidFill>
            </a:rPr>
            <a:t>3-minute daily newsletter </a:t>
          </a:r>
          <a:r>
            <a:rPr lang="en-US" sz="1300" b="0" i="0" kern="1200"/>
            <a:t>which uses storytelling as their secret sauce</a:t>
          </a:r>
          <a:endParaRPr lang="en-US" sz="1300" kern="1200"/>
        </a:p>
      </dsp:txBody>
      <dsp:txXfrm>
        <a:off x="14850" y="14850"/>
        <a:ext cx="6746414" cy="274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CA19D-2A13-4A55-B410-705973FC77DD}">
      <dsp:nvSpPr>
        <dsp:cNvPr id="0" name=""/>
        <dsp:cNvSpPr/>
      </dsp:nvSpPr>
      <dsp:spPr>
        <a:xfrm>
          <a:off x="0" y="244"/>
          <a:ext cx="388037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5186C-CB16-4BC5-A880-06CE0C977088}">
      <dsp:nvSpPr>
        <dsp:cNvPr id="0" name=""/>
        <dsp:cNvSpPr/>
      </dsp:nvSpPr>
      <dsp:spPr>
        <a:xfrm>
          <a:off x="0" y="244"/>
          <a:ext cx="3880370" cy="401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solidFill>
                <a:srgbClr val="C00000"/>
              </a:solidFill>
            </a:rPr>
            <a:t>Gen Z and Millennials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Aimed at individuals in their early 20s to mid-30s</a:t>
          </a:r>
        </a:p>
      </dsp:txBody>
      <dsp:txXfrm>
        <a:off x="0" y="244"/>
        <a:ext cx="3880370" cy="401303"/>
      </dsp:txXfrm>
    </dsp:sp>
    <dsp:sp modelId="{8BE1F745-E74D-47E8-A383-66EFF65BD127}">
      <dsp:nvSpPr>
        <dsp:cNvPr id="0" name=""/>
        <dsp:cNvSpPr/>
      </dsp:nvSpPr>
      <dsp:spPr>
        <a:xfrm>
          <a:off x="0" y="401548"/>
          <a:ext cx="388037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35ECF-43B0-4C91-BCA9-ADC96AF28E23}">
      <dsp:nvSpPr>
        <dsp:cNvPr id="0" name=""/>
        <dsp:cNvSpPr/>
      </dsp:nvSpPr>
      <dsp:spPr>
        <a:xfrm>
          <a:off x="0" y="401548"/>
          <a:ext cx="3880370" cy="401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solidFill>
                <a:srgbClr val="C00000"/>
              </a:solidFill>
            </a:rPr>
            <a:t>Digital Natives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 Engages audiences through online platforms</a:t>
          </a:r>
        </a:p>
      </dsp:txBody>
      <dsp:txXfrm>
        <a:off x="0" y="401548"/>
        <a:ext cx="3880370" cy="401303"/>
      </dsp:txXfrm>
    </dsp:sp>
    <dsp:sp modelId="{77B128A2-E15A-4735-8174-68F2C2CE4134}">
      <dsp:nvSpPr>
        <dsp:cNvPr id="0" name=""/>
        <dsp:cNvSpPr/>
      </dsp:nvSpPr>
      <dsp:spPr>
        <a:xfrm>
          <a:off x="0" y="802851"/>
          <a:ext cx="388037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2FE92-4A4B-4D1A-B933-FE6BF284C1D1}">
      <dsp:nvSpPr>
        <dsp:cNvPr id="0" name=""/>
        <dsp:cNvSpPr/>
      </dsp:nvSpPr>
      <dsp:spPr>
        <a:xfrm>
          <a:off x="0" y="802851"/>
          <a:ext cx="3880370" cy="401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solidFill>
                <a:srgbClr val="C00000"/>
              </a:solidFill>
            </a:rPr>
            <a:t>Early Career Professionals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Focused on providing financial insights to those starting their careers</a:t>
          </a:r>
        </a:p>
      </dsp:txBody>
      <dsp:txXfrm>
        <a:off x="0" y="802851"/>
        <a:ext cx="3880370" cy="401303"/>
      </dsp:txXfrm>
    </dsp:sp>
    <dsp:sp modelId="{81EFB57E-DC92-4975-9539-49C8D4EE0028}">
      <dsp:nvSpPr>
        <dsp:cNvPr id="0" name=""/>
        <dsp:cNvSpPr/>
      </dsp:nvSpPr>
      <dsp:spPr>
        <a:xfrm>
          <a:off x="0" y="1204154"/>
          <a:ext cx="388037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185AC-26E1-4921-9042-0E0E553296C9}">
      <dsp:nvSpPr>
        <dsp:cNvPr id="0" name=""/>
        <dsp:cNvSpPr/>
      </dsp:nvSpPr>
      <dsp:spPr>
        <a:xfrm>
          <a:off x="0" y="1204154"/>
          <a:ext cx="3880370" cy="401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solidFill>
                <a:srgbClr val="C00000"/>
              </a:solidFill>
            </a:rPr>
            <a:t>Limited Financial Background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Tailored to readers without formal financial education</a:t>
          </a:r>
        </a:p>
      </dsp:txBody>
      <dsp:txXfrm>
        <a:off x="0" y="1204154"/>
        <a:ext cx="3880370" cy="401303"/>
      </dsp:txXfrm>
    </dsp:sp>
    <dsp:sp modelId="{1573F917-D9EF-42D1-A082-68DF2F4A6C7C}">
      <dsp:nvSpPr>
        <dsp:cNvPr id="0" name=""/>
        <dsp:cNvSpPr/>
      </dsp:nvSpPr>
      <dsp:spPr>
        <a:xfrm>
          <a:off x="0" y="1605457"/>
          <a:ext cx="388037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EFAD0-E04D-485F-88EE-5401731633CC}">
      <dsp:nvSpPr>
        <dsp:cNvPr id="0" name=""/>
        <dsp:cNvSpPr/>
      </dsp:nvSpPr>
      <dsp:spPr>
        <a:xfrm>
          <a:off x="0" y="1605457"/>
          <a:ext cx="3880370" cy="401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solidFill>
                <a:srgbClr val="C00000"/>
              </a:solidFill>
            </a:rPr>
            <a:t>Time-Conscious Individuals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Offers quick, 3-minute reads that fit into busy schedules</a:t>
          </a:r>
        </a:p>
      </dsp:txBody>
      <dsp:txXfrm>
        <a:off x="0" y="1605457"/>
        <a:ext cx="3880370" cy="4013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9098A-C9C2-487D-BBB6-7E1891BE93F8}">
      <dsp:nvSpPr>
        <dsp:cNvPr id="0" name=""/>
        <dsp:cNvSpPr/>
      </dsp:nvSpPr>
      <dsp:spPr>
        <a:xfrm>
          <a:off x="0" y="0"/>
          <a:ext cx="3303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5AE32-9F15-4A36-89EB-CC253DEC6B16}">
      <dsp:nvSpPr>
        <dsp:cNvPr id="0" name=""/>
        <dsp:cNvSpPr/>
      </dsp:nvSpPr>
      <dsp:spPr>
        <a:xfrm>
          <a:off x="0" y="0"/>
          <a:ext cx="3303116" cy="231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Calculators and trackers drove active reader participation</a:t>
          </a:r>
        </a:p>
      </dsp:txBody>
      <dsp:txXfrm>
        <a:off x="0" y="0"/>
        <a:ext cx="3303116" cy="231663"/>
      </dsp:txXfrm>
    </dsp:sp>
    <dsp:sp modelId="{9C6ACCCC-DF19-4335-A039-345775C99392}">
      <dsp:nvSpPr>
        <dsp:cNvPr id="0" name=""/>
        <dsp:cNvSpPr/>
      </dsp:nvSpPr>
      <dsp:spPr>
        <a:xfrm>
          <a:off x="0" y="231663"/>
          <a:ext cx="3303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B44F9-A205-42DF-92C0-6CEC6A6E97D8}">
      <dsp:nvSpPr>
        <dsp:cNvPr id="0" name=""/>
        <dsp:cNvSpPr/>
      </dsp:nvSpPr>
      <dsp:spPr>
        <a:xfrm>
          <a:off x="0" y="231663"/>
          <a:ext cx="3303116" cy="231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Relevant topics encouraged sharing and social visibility</a:t>
          </a:r>
        </a:p>
      </dsp:txBody>
      <dsp:txXfrm>
        <a:off x="0" y="231663"/>
        <a:ext cx="3303116" cy="231663"/>
      </dsp:txXfrm>
    </dsp:sp>
    <dsp:sp modelId="{35AAB15F-8A88-4974-A869-7C6B0FBB1149}">
      <dsp:nvSpPr>
        <dsp:cNvPr id="0" name=""/>
        <dsp:cNvSpPr/>
      </dsp:nvSpPr>
      <dsp:spPr>
        <a:xfrm>
          <a:off x="0" y="463326"/>
          <a:ext cx="3303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E90B7-1749-488C-B4A1-1B11D7C8A26F}">
      <dsp:nvSpPr>
        <dsp:cNvPr id="0" name=""/>
        <dsp:cNvSpPr/>
      </dsp:nvSpPr>
      <dsp:spPr>
        <a:xfrm>
          <a:off x="0" y="463326"/>
          <a:ext cx="3303116" cy="231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High-quality content led to stronger retention rates</a:t>
          </a:r>
        </a:p>
      </dsp:txBody>
      <dsp:txXfrm>
        <a:off x="0" y="463326"/>
        <a:ext cx="3303116" cy="231663"/>
      </dsp:txXfrm>
    </dsp:sp>
    <dsp:sp modelId="{6ABF3432-29B9-4E37-879D-CF711735B9EF}">
      <dsp:nvSpPr>
        <dsp:cNvPr id="0" name=""/>
        <dsp:cNvSpPr/>
      </dsp:nvSpPr>
      <dsp:spPr>
        <a:xfrm>
          <a:off x="0" y="694989"/>
          <a:ext cx="3303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3FCE7-3BCC-42AA-A937-97C654522069}">
      <dsp:nvSpPr>
        <dsp:cNvPr id="0" name=""/>
        <dsp:cNvSpPr/>
      </dsp:nvSpPr>
      <dsp:spPr>
        <a:xfrm>
          <a:off x="0" y="694989"/>
          <a:ext cx="3303116" cy="231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Relatable advice increased loyalty and engagement</a:t>
          </a:r>
        </a:p>
      </dsp:txBody>
      <dsp:txXfrm>
        <a:off x="0" y="694989"/>
        <a:ext cx="3303116" cy="2316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3C839-1A22-4614-9EB6-39733F60F478}">
      <dsp:nvSpPr>
        <dsp:cNvPr id="0" name=""/>
        <dsp:cNvSpPr/>
      </dsp:nvSpPr>
      <dsp:spPr>
        <a:xfrm>
          <a:off x="0" y="327"/>
          <a:ext cx="35688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50FCC-366F-4553-ABB6-D132CC90B023}">
      <dsp:nvSpPr>
        <dsp:cNvPr id="0" name=""/>
        <dsp:cNvSpPr/>
      </dsp:nvSpPr>
      <dsp:spPr>
        <a:xfrm>
          <a:off x="0" y="327"/>
          <a:ext cx="3568888" cy="536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b="1" kern="1200"/>
            <a:t>Blog Summaries</a:t>
          </a:r>
        </a:p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/>
            <a:t>Concise articles summarizing each podcast episode  </a:t>
          </a:r>
        </a:p>
      </dsp:txBody>
      <dsp:txXfrm>
        <a:off x="0" y="327"/>
        <a:ext cx="3568888" cy="536999"/>
      </dsp:txXfrm>
    </dsp:sp>
    <dsp:sp modelId="{265CF74F-A4CF-469D-81E7-513A87E83E82}">
      <dsp:nvSpPr>
        <dsp:cNvPr id="0" name=""/>
        <dsp:cNvSpPr/>
      </dsp:nvSpPr>
      <dsp:spPr>
        <a:xfrm>
          <a:off x="0" y="537327"/>
          <a:ext cx="356888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4EA0F-F07D-4221-9574-D9FB0B1F58E2}">
      <dsp:nvSpPr>
        <dsp:cNvPr id="0" name=""/>
        <dsp:cNvSpPr/>
      </dsp:nvSpPr>
      <dsp:spPr>
        <a:xfrm>
          <a:off x="0" y="537327"/>
          <a:ext cx="3568888" cy="536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b="1" kern="1200"/>
            <a:t>Key Takeaways</a:t>
          </a:r>
        </a:p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/>
            <a:t>Highlight actionable financial tips from success stories  </a:t>
          </a:r>
        </a:p>
      </dsp:txBody>
      <dsp:txXfrm>
        <a:off x="0" y="537327"/>
        <a:ext cx="3568888" cy="536999"/>
      </dsp:txXfrm>
    </dsp:sp>
    <dsp:sp modelId="{AC6E82B8-B718-4A1F-AD43-0CCF71D488A6}">
      <dsp:nvSpPr>
        <dsp:cNvPr id="0" name=""/>
        <dsp:cNvSpPr/>
      </dsp:nvSpPr>
      <dsp:spPr>
        <a:xfrm>
          <a:off x="0" y="1074327"/>
          <a:ext cx="356888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5ECF2-9DA0-4762-AB15-707F21CA183D}">
      <dsp:nvSpPr>
        <dsp:cNvPr id="0" name=""/>
        <dsp:cNvSpPr/>
      </dsp:nvSpPr>
      <dsp:spPr>
        <a:xfrm>
          <a:off x="0" y="1074327"/>
          <a:ext cx="3568888" cy="536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b="1" kern="1200"/>
            <a:t>SEO Optimized</a:t>
          </a:r>
        </a:p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/>
            <a:t>Improve search visibility with relevant keywords  </a:t>
          </a:r>
        </a:p>
      </dsp:txBody>
      <dsp:txXfrm>
        <a:off x="0" y="1074327"/>
        <a:ext cx="3568888" cy="536999"/>
      </dsp:txXfrm>
    </dsp:sp>
    <dsp:sp modelId="{4F5DD61E-39A1-4225-8AC0-7E1EEA4DABDB}">
      <dsp:nvSpPr>
        <dsp:cNvPr id="0" name=""/>
        <dsp:cNvSpPr/>
      </dsp:nvSpPr>
      <dsp:spPr>
        <a:xfrm>
          <a:off x="0" y="1611326"/>
          <a:ext cx="356888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4A3A8-7B4D-4BEF-ABC0-88E2FC181498}">
      <dsp:nvSpPr>
        <dsp:cNvPr id="0" name=""/>
        <dsp:cNvSpPr/>
      </dsp:nvSpPr>
      <dsp:spPr>
        <a:xfrm>
          <a:off x="0" y="1611326"/>
          <a:ext cx="3568888" cy="536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b="1" kern="1200"/>
            <a:t>Reader-Friendly Format</a:t>
          </a:r>
        </a:p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/>
            <a:t>Simplified language for easy understanding</a:t>
          </a:r>
        </a:p>
      </dsp:txBody>
      <dsp:txXfrm>
        <a:off x="0" y="1611326"/>
        <a:ext cx="3568888" cy="536999"/>
      </dsp:txXfrm>
    </dsp:sp>
    <dsp:sp modelId="{6331DC7B-51EB-42ED-9281-199D4000AE26}">
      <dsp:nvSpPr>
        <dsp:cNvPr id="0" name=""/>
        <dsp:cNvSpPr/>
      </dsp:nvSpPr>
      <dsp:spPr>
        <a:xfrm>
          <a:off x="0" y="2148326"/>
          <a:ext cx="356888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A277E-90DB-4BEF-8323-B2ACE821DD8E}">
      <dsp:nvSpPr>
        <dsp:cNvPr id="0" name=""/>
        <dsp:cNvSpPr/>
      </dsp:nvSpPr>
      <dsp:spPr>
        <a:xfrm>
          <a:off x="0" y="2148326"/>
          <a:ext cx="3568888" cy="536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b="1" kern="1200"/>
            <a:t>Cross-Platform Promotion </a:t>
          </a:r>
        </a:p>
        <a:p>
          <a:pPr marL="0" lvl="0" indent="0" algn="l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50" kern="1200"/>
            <a:t>Drive podcast traffic through blog links </a:t>
          </a:r>
        </a:p>
      </dsp:txBody>
      <dsp:txXfrm>
        <a:off x="0" y="2148326"/>
        <a:ext cx="3568888" cy="5369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AE699-EB1A-49CF-9E68-36245FBFB82A}">
      <dsp:nvSpPr>
        <dsp:cNvPr id="0" name=""/>
        <dsp:cNvSpPr/>
      </dsp:nvSpPr>
      <dsp:spPr>
        <a:xfrm>
          <a:off x="0" y="21435"/>
          <a:ext cx="3094621" cy="4633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Rising demand for engaging, multimedia financial content.</a:t>
          </a:r>
        </a:p>
      </dsp:txBody>
      <dsp:txXfrm>
        <a:off x="22617" y="44052"/>
        <a:ext cx="3049387" cy="418085"/>
      </dsp:txXfrm>
    </dsp:sp>
    <dsp:sp modelId="{893807A0-2333-43A4-8C3D-C80364F0520F}">
      <dsp:nvSpPr>
        <dsp:cNvPr id="0" name=""/>
        <dsp:cNvSpPr/>
      </dsp:nvSpPr>
      <dsp:spPr>
        <a:xfrm>
          <a:off x="0" y="519315"/>
          <a:ext cx="3094621" cy="4633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Personal stories foster emotional connection with listeners.</a:t>
          </a:r>
        </a:p>
      </dsp:txBody>
      <dsp:txXfrm>
        <a:off x="22617" y="541932"/>
        <a:ext cx="3049387" cy="418085"/>
      </dsp:txXfrm>
    </dsp:sp>
    <dsp:sp modelId="{509C538B-F4F3-443B-9453-2FDF655D5488}">
      <dsp:nvSpPr>
        <dsp:cNvPr id="0" name=""/>
        <dsp:cNvSpPr/>
      </dsp:nvSpPr>
      <dsp:spPr>
        <a:xfrm>
          <a:off x="0" y="1017195"/>
          <a:ext cx="3094621" cy="4633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Relatable success stories inspire actionable financial decisions.</a:t>
          </a:r>
        </a:p>
      </dsp:txBody>
      <dsp:txXfrm>
        <a:off x="22617" y="1039812"/>
        <a:ext cx="3049387" cy="418085"/>
      </dsp:txXfrm>
    </dsp:sp>
    <dsp:sp modelId="{2A90CB43-1AF4-4B4D-BE96-320BA7C4C3F8}">
      <dsp:nvSpPr>
        <dsp:cNvPr id="0" name=""/>
        <dsp:cNvSpPr/>
      </dsp:nvSpPr>
      <dsp:spPr>
        <a:xfrm>
          <a:off x="0" y="1515075"/>
          <a:ext cx="3094621" cy="4633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Podcasts cater to time-constrained, on-the-go audiences.</a:t>
          </a:r>
        </a:p>
      </dsp:txBody>
      <dsp:txXfrm>
        <a:off x="22617" y="1537692"/>
        <a:ext cx="3049387" cy="418085"/>
      </dsp:txXfrm>
    </dsp:sp>
    <dsp:sp modelId="{88DCD2D1-C8C6-4131-9738-9338B67D0143}">
      <dsp:nvSpPr>
        <dsp:cNvPr id="0" name=""/>
        <dsp:cNvSpPr/>
      </dsp:nvSpPr>
      <dsp:spPr>
        <a:xfrm>
          <a:off x="0" y="2012955"/>
          <a:ext cx="3094621" cy="4633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Video and audio OTT consumption is the top way Indians are using the internet</a:t>
          </a:r>
        </a:p>
      </dsp:txBody>
      <dsp:txXfrm>
        <a:off x="22617" y="2035572"/>
        <a:ext cx="3049387" cy="418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F4FA2-D367-461E-A9F5-B99353A03EA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532B9-BEF2-494D-AAB6-1A7DE7F4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11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532B9-BEF2-494D-AAB6-1A7DE7F499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532B9-BEF2-494D-AAB6-1A7DE7F499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2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2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5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4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6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94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3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4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9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65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9317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75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33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9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63C403-7BDD-4C8F-8670-22918FD764F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70EE341-6033-4A1D-B775-04834CD0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5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8.png"/><Relationship Id="rId18" Type="http://schemas.openxmlformats.org/officeDocument/2006/relationships/diagramLayout" Target="../diagrams/layout2.xml"/><Relationship Id="rId26" Type="http://schemas.openxmlformats.org/officeDocument/2006/relationships/image" Target="../media/image26.png"/><Relationship Id="rId3" Type="http://schemas.openxmlformats.org/officeDocument/2006/relationships/image" Target="../media/image13.png"/><Relationship Id="rId21" Type="http://schemas.microsoft.com/office/2007/relationships/diagramDrawing" Target="../diagrams/drawing2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17.png"/><Relationship Id="rId17" Type="http://schemas.openxmlformats.org/officeDocument/2006/relationships/diagramData" Target="../diagrams/data2.xml"/><Relationship Id="rId25" Type="http://schemas.openxmlformats.org/officeDocument/2006/relationships/image" Target="../media/image25.png"/><Relationship Id="rId2" Type="http://schemas.openxmlformats.org/officeDocument/2006/relationships/image" Target="../media/image12.jpeg"/><Relationship Id="rId16" Type="http://schemas.openxmlformats.org/officeDocument/2006/relationships/image" Target="../media/image21.png"/><Relationship Id="rId20" Type="http://schemas.openxmlformats.org/officeDocument/2006/relationships/diagramColors" Target="../diagrams/colors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6.png"/><Relationship Id="rId24" Type="http://schemas.openxmlformats.org/officeDocument/2006/relationships/image" Target="../media/image24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20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5.jpeg"/><Relationship Id="rId19" Type="http://schemas.openxmlformats.org/officeDocument/2006/relationships/diagramQuickStyle" Target="../diagrams/quickStyle2.xml"/><Relationship Id="rId4" Type="http://schemas.openxmlformats.org/officeDocument/2006/relationships/diagramData" Target="../diagrams/data1.xml"/><Relationship Id="rId9" Type="http://schemas.openxmlformats.org/officeDocument/2006/relationships/image" Target="../media/image14.jpeg"/><Relationship Id="rId14" Type="http://schemas.openxmlformats.org/officeDocument/2006/relationships/image" Target="../media/image19.png"/><Relationship Id="rId22" Type="http://schemas.openxmlformats.org/officeDocument/2006/relationships/image" Target="../media/image22.jpeg"/><Relationship Id="rId27" Type="http://schemas.openxmlformats.org/officeDocument/2006/relationships/image" Target="../media/image27.jpe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9" Type="http://schemas.openxmlformats.org/officeDocument/2006/relationships/image" Target="../media/image58.png"/><Relationship Id="rId21" Type="http://schemas.openxmlformats.org/officeDocument/2006/relationships/image" Target="../media/image42.png"/><Relationship Id="rId34" Type="http://schemas.openxmlformats.org/officeDocument/2006/relationships/image" Target="../media/image53.png"/><Relationship Id="rId42" Type="http://schemas.openxmlformats.org/officeDocument/2006/relationships/image" Target="../media/image61.png"/><Relationship Id="rId47" Type="http://schemas.openxmlformats.org/officeDocument/2006/relationships/image" Target="../media/image6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2.jpeg"/><Relationship Id="rId16" Type="http://schemas.openxmlformats.org/officeDocument/2006/relationships/image" Target="../media/image37.png"/><Relationship Id="rId29" Type="http://schemas.microsoft.com/office/2007/relationships/hdphoto" Target="../media/hdphoto2.wdp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1.jpeg"/><Relationship Id="rId37" Type="http://schemas.openxmlformats.org/officeDocument/2006/relationships/image" Target="../media/image56.jpe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" Type="http://schemas.openxmlformats.org/officeDocument/2006/relationships/diagramLayout" Target="../diagrams/layout3.xml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36" Type="http://schemas.openxmlformats.org/officeDocument/2006/relationships/image" Target="../media/image55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0.png"/><Relationship Id="rId44" Type="http://schemas.openxmlformats.org/officeDocument/2006/relationships/image" Target="../media/image63.png"/><Relationship Id="rId4" Type="http://schemas.openxmlformats.org/officeDocument/2006/relationships/diagramData" Target="../diagrams/data3.xml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28.png"/><Relationship Id="rId35" Type="http://schemas.openxmlformats.org/officeDocument/2006/relationships/image" Target="../media/image54.png"/><Relationship Id="rId43" Type="http://schemas.openxmlformats.org/officeDocument/2006/relationships/image" Target="../media/image62.jpeg"/><Relationship Id="rId48" Type="http://schemas.openxmlformats.org/officeDocument/2006/relationships/image" Target="../media/image67.png"/><Relationship Id="rId8" Type="http://schemas.microsoft.com/office/2007/relationships/diagramDrawing" Target="../diagrams/drawing3.xml"/><Relationship Id="rId3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gif"/><Relationship Id="rId33" Type="http://schemas.openxmlformats.org/officeDocument/2006/relationships/image" Target="../media/image52.png"/><Relationship Id="rId38" Type="http://schemas.openxmlformats.org/officeDocument/2006/relationships/image" Target="../media/image57.png"/><Relationship Id="rId46" Type="http://schemas.openxmlformats.org/officeDocument/2006/relationships/image" Target="../media/image65.png"/><Relationship Id="rId20" Type="http://schemas.openxmlformats.org/officeDocument/2006/relationships/image" Target="../media/image41.jpeg"/><Relationship Id="rId41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jpeg"/><Relationship Id="rId18" Type="http://schemas.openxmlformats.org/officeDocument/2006/relationships/image" Target="../media/image80.png"/><Relationship Id="rId3" Type="http://schemas.openxmlformats.org/officeDocument/2006/relationships/image" Target="../media/image12.jpeg"/><Relationship Id="rId7" Type="http://schemas.openxmlformats.org/officeDocument/2006/relationships/image" Target="../media/image70.png"/><Relationship Id="rId12" Type="http://schemas.openxmlformats.org/officeDocument/2006/relationships/image" Target="../media/image75.jpe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jpeg"/><Relationship Id="rId15" Type="http://schemas.openxmlformats.org/officeDocument/2006/relationships/image" Target="../media/image78.jpeg"/><Relationship Id="rId10" Type="http://schemas.openxmlformats.org/officeDocument/2006/relationships/image" Target="../media/image73.png"/><Relationship Id="rId19" Type="http://schemas.openxmlformats.org/officeDocument/2006/relationships/image" Target="../media/image81.jpeg"/><Relationship Id="rId4" Type="http://schemas.openxmlformats.org/officeDocument/2006/relationships/image" Target="../media/image28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13" Type="http://schemas.openxmlformats.org/officeDocument/2006/relationships/image" Target="../media/image86.png"/><Relationship Id="rId18" Type="http://schemas.openxmlformats.org/officeDocument/2006/relationships/diagramColors" Target="../diagrams/colors5.xml"/><Relationship Id="rId3" Type="http://schemas.openxmlformats.org/officeDocument/2006/relationships/image" Target="../media/image28.png"/><Relationship Id="rId21" Type="http://schemas.openxmlformats.org/officeDocument/2006/relationships/image" Target="../media/image89.png"/><Relationship Id="rId7" Type="http://schemas.openxmlformats.org/officeDocument/2006/relationships/diagramLayout" Target="../diagrams/layout4.xml"/><Relationship Id="rId12" Type="http://schemas.openxmlformats.org/officeDocument/2006/relationships/image" Target="../media/image85.png"/><Relationship Id="rId17" Type="http://schemas.openxmlformats.org/officeDocument/2006/relationships/diagramQuickStyle" Target="../diagrams/quickStyle5.xml"/><Relationship Id="rId2" Type="http://schemas.openxmlformats.org/officeDocument/2006/relationships/image" Target="../media/image12.jpeg"/><Relationship Id="rId16" Type="http://schemas.openxmlformats.org/officeDocument/2006/relationships/diagramLayout" Target="../diagrams/layout5.xml"/><Relationship Id="rId20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4.xml"/><Relationship Id="rId11" Type="http://schemas.openxmlformats.org/officeDocument/2006/relationships/image" Target="../media/image84.png"/><Relationship Id="rId5" Type="http://schemas.openxmlformats.org/officeDocument/2006/relationships/image" Target="../media/image83.png"/><Relationship Id="rId15" Type="http://schemas.openxmlformats.org/officeDocument/2006/relationships/diagramData" Target="../diagrams/data5.xml"/><Relationship Id="rId23" Type="http://schemas.openxmlformats.org/officeDocument/2006/relationships/image" Target="../media/image91.png"/><Relationship Id="rId10" Type="http://schemas.microsoft.com/office/2007/relationships/diagramDrawing" Target="../diagrams/drawing4.xml"/><Relationship Id="rId19" Type="http://schemas.microsoft.com/office/2007/relationships/diagramDrawing" Target="../diagrams/drawing5.xml"/><Relationship Id="rId4" Type="http://schemas.openxmlformats.org/officeDocument/2006/relationships/image" Target="../media/image82.jpeg"/><Relationship Id="rId9" Type="http://schemas.openxmlformats.org/officeDocument/2006/relationships/diagramColors" Target="../diagrams/colors4.xml"/><Relationship Id="rId14" Type="http://schemas.openxmlformats.org/officeDocument/2006/relationships/image" Target="../media/image87.jpeg"/><Relationship Id="rId22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28.png"/><Relationship Id="rId7" Type="http://schemas.openxmlformats.org/officeDocument/2006/relationships/image" Target="../media/image9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inshots Idea Lab Season 1 / competitions">
            <a:extLst>
              <a:ext uri="{FF2B5EF4-FFF2-40B4-BE49-F238E27FC236}">
                <a16:creationId xmlns:a16="http://schemas.microsoft.com/office/drawing/2014/main" id="{9D1160F7-2017-1CFB-6C30-2ED5646EA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47" y="329643"/>
            <a:ext cx="1416594" cy="141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02633E-9CCB-84EE-EDA4-36676D7BBF46}"/>
              </a:ext>
            </a:extLst>
          </p:cNvPr>
          <p:cNvSpPr/>
          <p:nvPr/>
        </p:nvSpPr>
        <p:spPr>
          <a:xfrm>
            <a:off x="129654" y="81887"/>
            <a:ext cx="11921319" cy="6653283"/>
          </a:xfrm>
          <a:prstGeom prst="rect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8B444B-1AD7-6EB4-2D86-6E7053D5E5F3}"/>
              </a:ext>
            </a:extLst>
          </p:cNvPr>
          <p:cNvGrpSpPr/>
          <p:nvPr/>
        </p:nvGrpSpPr>
        <p:grpSpPr>
          <a:xfrm>
            <a:off x="129654" y="3034067"/>
            <a:ext cx="6631482" cy="477054"/>
            <a:chOff x="2345909" y="2496206"/>
            <a:chExt cx="6631482" cy="4770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785709-F59E-98A0-2906-1E728F4ADE7A}"/>
                </a:ext>
              </a:extLst>
            </p:cNvPr>
            <p:cNvSpPr txBox="1"/>
            <p:nvPr/>
          </p:nvSpPr>
          <p:spPr>
            <a:xfrm>
              <a:off x="2345909" y="2593824"/>
              <a:ext cx="3439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Team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64E09-C330-D7C1-A851-6C041171007A}"/>
                </a:ext>
              </a:extLst>
            </p:cNvPr>
            <p:cNvSpPr txBox="1"/>
            <p:nvPr/>
          </p:nvSpPr>
          <p:spPr>
            <a:xfrm>
              <a:off x="3044253" y="2496206"/>
              <a:ext cx="593313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Philosopher’s Stone, IIM Shillong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2CBD13B-B122-4FB2-4A86-FB83AE041CC9}"/>
              </a:ext>
            </a:extLst>
          </p:cNvPr>
          <p:cNvSpPr txBox="1"/>
          <p:nvPr/>
        </p:nvSpPr>
        <p:spPr>
          <a:xfrm>
            <a:off x="1790523" y="637887"/>
            <a:ext cx="876404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>
                <a:solidFill>
                  <a:srgbClr val="FFC000"/>
                </a:solidFill>
                <a:latin typeface="Britannic Bold" panose="020B0903060703020204" pitchFamily="34" charset="0"/>
              </a:rPr>
              <a:t>Finshots Idea Lab Season 1 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FFC77-C55A-1886-E552-919537E8A4DD}"/>
              </a:ext>
            </a:extLst>
          </p:cNvPr>
          <p:cNvSpPr txBox="1"/>
          <p:nvPr/>
        </p:nvSpPr>
        <p:spPr>
          <a:xfrm>
            <a:off x="351815" y="5807122"/>
            <a:ext cx="179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C000"/>
                </a:solidFill>
              </a:rPr>
              <a:t>Eshaan Arora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FBEE9-096E-9DA9-AD10-158A38616346}"/>
              </a:ext>
            </a:extLst>
          </p:cNvPr>
          <p:cNvSpPr txBox="1"/>
          <p:nvPr/>
        </p:nvSpPr>
        <p:spPr>
          <a:xfrm>
            <a:off x="2451294" y="5807122"/>
            <a:ext cx="187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C000"/>
                </a:solidFill>
              </a:rPr>
              <a:t>Mayank Sharma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03E19-E941-9E2F-A94E-A5BA775A7057}"/>
              </a:ext>
            </a:extLst>
          </p:cNvPr>
          <p:cNvSpPr txBox="1"/>
          <p:nvPr/>
        </p:nvSpPr>
        <p:spPr>
          <a:xfrm>
            <a:off x="4675495" y="5807122"/>
            <a:ext cx="179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C000"/>
                </a:solidFill>
              </a:rPr>
              <a:t>Purvi Mandot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8DC89A-4AB5-4C72-B4A4-168CE1923EA2}"/>
              </a:ext>
            </a:extLst>
          </p:cNvPr>
          <p:cNvSpPr/>
          <p:nvPr/>
        </p:nvSpPr>
        <p:spPr>
          <a:xfrm>
            <a:off x="265186" y="3666562"/>
            <a:ext cx="6291618" cy="261044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Personal Finance Newsletter Template - Word, Publisher, InDesign">
            <a:extLst>
              <a:ext uri="{FF2B5EF4-FFF2-40B4-BE49-F238E27FC236}">
                <a16:creationId xmlns:a16="http://schemas.microsoft.com/office/drawing/2014/main" id="{537D49CA-FBE6-7981-54CE-59013003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336" y="3107324"/>
            <a:ext cx="5213229" cy="3232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4211F8-1B27-FA7A-C56D-CDE23C4ED72C}"/>
              </a:ext>
            </a:extLst>
          </p:cNvPr>
          <p:cNvSpPr/>
          <p:nvPr/>
        </p:nvSpPr>
        <p:spPr>
          <a:xfrm>
            <a:off x="351814" y="1993992"/>
            <a:ext cx="11439851" cy="485980"/>
          </a:xfrm>
          <a:prstGeom prst="round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ABB13-F604-9387-0A8E-2C1636999CB3}"/>
              </a:ext>
            </a:extLst>
          </p:cNvPr>
          <p:cNvSpPr txBox="1"/>
          <p:nvPr/>
        </p:nvSpPr>
        <p:spPr>
          <a:xfrm>
            <a:off x="400335" y="2031915"/>
            <a:ext cx="1132384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b="1">
                <a:solidFill>
                  <a:schemeClr val="bg1">
                    <a:lumMod val="95000"/>
                  </a:schemeClr>
                </a:solidFill>
                <a:latin typeface="Amasis MT Pro Black" panose="02040A04050005020304" pitchFamily="18" charset="0"/>
              </a:rPr>
              <a:t>Empowering Financial Growth: Real-Life Success Stories Across Multimedia Platforms</a:t>
            </a:r>
          </a:p>
        </p:txBody>
      </p:sp>
      <p:pic>
        <p:nvPicPr>
          <p:cNvPr id="5122" name="Picture 2" descr="Indian Institute of Management Shillong - Wikipedia">
            <a:extLst>
              <a:ext uri="{FF2B5EF4-FFF2-40B4-BE49-F238E27FC236}">
                <a16:creationId xmlns:a16="http://schemas.microsoft.com/office/drawing/2014/main" id="{F73F71B5-EA6B-CC82-1402-BB492CCB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2976" y="398352"/>
            <a:ext cx="959593" cy="131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person with long hair wearing a suit&#10;&#10;Description automatically generated">
            <a:extLst>
              <a:ext uri="{FF2B5EF4-FFF2-40B4-BE49-F238E27FC236}">
                <a16:creationId xmlns:a16="http://schemas.microsoft.com/office/drawing/2014/main" id="{261B5001-0E2F-1EDB-4855-717BF7CE11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1" t="10430" r="32" b="18237"/>
          <a:stretch/>
        </p:blipFill>
        <p:spPr>
          <a:xfrm>
            <a:off x="4586410" y="3886465"/>
            <a:ext cx="1879982" cy="1877952"/>
          </a:xfrm>
          <a:prstGeom prst="ellipse">
            <a:avLst/>
          </a:prstGeom>
          <a:ln>
            <a:solidFill>
              <a:srgbClr val="FFC000"/>
            </a:solidFill>
          </a:ln>
        </p:spPr>
      </p:pic>
      <p:pic>
        <p:nvPicPr>
          <p:cNvPr id="23" name="Picture 22" descr="A person in a suit&#10;&#10;Description automatically generated">
            <a:extLst>
              <a:ext uri="{FF2B5EF4-FFF2-40B4-BE49-F238E27FC236}">
                <a16:creationId xmlns:a16="http://schemas.microsoft.com/office/drawing/2014/main" id="{D73FF1FF-EC90-A3EA-BFAB-70CF2DD073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" t="-2" r="6614" b="28669"/>
          <a:stretch/>
        </p:blipFill>
        <p:spPr>
          <a:xfrm>
            <a:off x="2472901" y="3881702"/>
            <a:ext cx="1879188" cy="1877951"/>
          </a:xfrm>
          <a:prstGeom prst="ellipse">
            <a:avLst/>
          </a:prstGeom>
          <a:ln>
            <a:solidFill>
              <a:srgbClr val="FFC000"/>
            </a:solidFill>
          </a:ln>
        </p:spPr>
      </p:pic>
      <p:pic>
        <p:nvPicPr>
          <p:cNvPr id="25" name="Picture 24" descr="A person in a suit and tie&#10;&#10;Description automatically generated">
            <a:extLst>
              <a:ext uri="{FF2B5EF4-FFF2-40B4-BE49-F238E27FC236}">
                <a16:creationId xmlns:a16="http://schemas.microsoft.com/office/drawing/2014/main" id="{799C0597-7495-654A-5A09-89AC2FD57F2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595" t="1389" r="595" b="20833"/>
          <a:stretch/>
        </p:blipFill>
        <p:spPr>
          <a:xfrm>
            <a:off x="402961" y="3881702"/>
            <a:ext cx="1874528" cy="1876426"/>
          </a:xfrm>
          <a:prstGeom prst="ellipse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20475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shots">
            <a:extLst>
              <a:ext uri="{FF2B5EF4-FFF2-40B4-BE49-F238E27FC236}">
                <a16:creationId xmlns:a16="http://schemas.microsoft.com/office/drawing/2014/main" id="{B00785B2-1C30-8B49-FB58-3AF88E853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84"/>
          <a:stretch/>
        </p:blipFill>
        <p:spPr bwMode="auto">
          <a:xfrm>
            <a:off x="-1" y="-1"/>
            <a:ext cx="12192000" cy="49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29375-E735-0FC8-F21B-D95D9A9C2341}"/>
              </a:ext>
            </a:extLst>
          </p:cNvPr>
          <p:cNvSpPr txBox="1"/>
          <p:nvPr/>
        </p:nvSpPr>
        <p:spPr>
          <a:xfrm>
            <a:off x="1419367" y="60992"/>
            <a:ext cx="883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Overview of Finshots: Mission and Key Differentiators</a:t>
            </a:r>
          </a:p>
        </p:txBody>
      </p:sp>
      <p:pic>
        <p:nvPicPr>
          <p:cNvPr id="1032" name="Picture 8" descr="Finshots | Financial News made simple">
            <a:extLst>
              <a:ext uri="{FF2B5EF4-FFF2-40B4-BE49-F238E27FC236}">
                <a16:creationId xmlns:a16="http://schemas.microsoft.com/office/drawing/2014/main" id="{6E29CBE9-037B-C672-42A7-2F71EB8E5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5" y="602671"/>
            <a:ext cx="1832496" cy="43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9E11DE-6508-C563-7CBD-4EF607B46BAA}"/>
              </a:ext>
            </a:extLst>
          </p:cNvPr>
          <p:cNvSpPr txBox="1"/>
          <p:nvPr/>
        </p:nvSpPr>
        <p:spPr>
          <a:xfrm>
            <a:off x="1997692" y="633674"/>
            <a:ext cx="3195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2">
                    <a:lumMod val="90000"/>
                  </a:schemeClr>
                </a:solidFill>
              </a:rPr>
              <a:t>Financial News Made Simple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1B67AF5-25E3-9B12-6E86-0C4638F043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116934"/>
              </p:ext>
            </p:extLst>
          </p:nvPr>
        </p:nvGraphicFramePr>
        <p:xfrm>
          <a:off x="5192973" y="643162"/>
          <a:ext cx="6776114" cy="307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0D7CD3-440B-A9D8-9ABF-990E2A41D751}"/>
              </a:ext>
            </a:extLst>
          </p:cNvPr>
          <p:cNvCxnSpPr>
            <a:cxnSpLocks/>
          </p:cNvCxnSpPr>
          <p:nvPr/>
        </p:nvCxnSpPr>
        <p:spPr>
          <a:xfrm>
            <a:off x="0" y="110546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ED8FD6F-6E55-428F-9844-6E7C77E35DA7}"/>
              </a:ext>
            </a:extLst>
          </p:cNvPr>
          <p:cNvSpPr/>
          <p:nvPr/>
        </p:nvSpPr>
        <p:spPr>
          <a:xfrm>
            <a:off x="61415" y="1194179"/>
            <a:ext cx="2729552" cy="696031"/>
          </a:xfrm>
          <a:prstGeom prst="rect">
            <a:avLst/>
          </a:prstGeom>
          <a:solidFill>
            <a:srgbClr val="003366"/>
          </a:solidFill>
          <a:ln w="38100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Key Performance Metrics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EB5B68-1C4E-3F0B-BCBC-45F0F639A703}"/>
              </a:ext>
            </a:extLst>
          </p:cNvPr>
          <p:cNvCxnSpPr>
            <a:cxnSpLocks/>
          </p:cNvCxnSpPr>
          <p:nvPr/>
        </p:nvCxnSpPr>
        <p:spPr>
          <a:xfrm>
            <a:off x="0" y="213643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F649795-9DBF-0F33-BA0E-A12A4B32CBA1}"/>
              </a:ext>
            </a:extLst>
          </p:cNvPr>
          <p:cNvSpPr txBox="1"/>
          <p:nvPr/>
        </p:nvSpPr>
        <p:spPr>
          <a:xfrm>
            <a:off x="61415" y="1890210"/>
            <a:ext cx="2729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Highlighting Finshots' Reach and Engagement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7B6FE7-AF2E-56D2-4428-809C4323C964}"/>
              </a:ext>
            </a:extLst>
          </p:cNvPr>
          <p:cNvSpPr txBox="1"/>
          <p:nvPr/>
        </p:nvSpPr>
        <p:spPr>
          <a:xfrm>
            <a:off x="2999948" y="1212398"/>
            <a:ext cx="10602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</a:rPr>
              <a:t>500K+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3464BF-D734-F2CB-5521-154750527965}"/>
              </a:ext>
            </a:extLst>
          </p:cNvPr>
          <p:cNvSpPr txBox="1"/>
          <p:nvPr/>
        </p:nvSpPr>
        <p:spPr>
          <a:xfrm>
            <a:off x="2829351" y="1646340"/>
            <a:ext cx="1302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003366"/>
                </a:solidFill>
              </a:rPr>
              <a:t>Subscribers to the Finshots newsletter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5CEB34-3B59-DF03-C149-655504DAD297}"/>
              </a:ext>
            </a:extLst>
          </p:cNvPr>
          <p:cNvSpPr txBox="1"/>
          <p:nvPr/>
        </p:nvSpPr>
        <p:spPr>
          <a:xfrm>
            <a:off x="4377520" y="1213397"/>
            <a:ext cx="10602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</a:rPr>
              <a:t>1.5M+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B3D903-E017-3E16-9FF9-7EABA766AD62}"/>
              </a:ext>
            </a:extLst>
          </p:cNvPr>
          <p:cNvSpPr txBox="1"/>
          <p:nvPr/>
        </p:nvSpPr>
        <p:spPr>
          <a:xfrm>
            <a:off x="4128448" y="1643285"/>
            <a:ext cx="1558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003366"/>
                </a:solidFill>
              </a:rPr>
              <a:t>Social Media Followers across platforms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912745-8610-404E-3FF3-C0E2BC3C9460}"/>
              </a:ext>
            </a:extLst>
          </p:cNvPr>
          <p:cNvSpPr txBox="1"/>
          <p:nvPr/>
        </p:nvSpPr>
        <p:spPr>
          <a:xfrm>
            <a:off x="5755091" y="1207933"/>
            <a:ext cx="18637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</a:rPr>
              <a:t>3-Min Read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46617E-3AB4-62EA-5DFB-C0B8D8EF4D3A}"/>
              </a:ext>
            </a:extLst>
          </p:cNvPr>
          <p:cNvSpPr txBox="1"/>
          <p:nvPr/>
        </p:nvSpPr>
        <p:spPr>
          <a:xfrm>
            <a:off x="5755091" y="1643285"/>
            <a:ext cx="1803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for each newsletter, offering quick financial insights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AB8AE2-192F-4897-CE12-C34DF8BA4047}"/>
              </a:ext>
            </a:extLst>
          </p:cNvPr>
          <p:cNvSpPr txBox="1"/>
          <p:nvPr/>
        </p:nvSpPr>
        <p:spPr>
          <a:xfrm>
            <a:off x="7936173" y="1202971"/>
            <a:ext cx="10241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</a:rPr>
              <a:t>80%+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D52CD1-4A3B-6AD9-6A29-2B8A0169F4B0}"/>
              </a:ext>
            </a:extLst>
          </p:cNvPr>
          <p:cNvSpPr txBox="1"/>
          <p:nvPr/>
        </p:nvSpPr>
        <p:spPr>
          <a:xfrm>
            <a:off x="7559154" y="1643285"/>
            <a:ext cx="1803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003366"/>
                </a:solidFill>
              </a:rPr>
              <a:t>Average Open Rate for the Finshots newsletter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ECC287-23E8-52B6-D129-E5D5F2634C03}"/>
              </a:ext>
            </a:extLst>
          </p:cNvPr>
          <p:cNvSpPr txBox="1"/>
          <p:nvPr/>
        </p:nvSpPr>
        <p:spPr>
          <a:xfrm>
            <a:off x="9440982" y="1202970"/>
            <a:ext cx="10241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C00000"/>
                </a:solidFill>
              </a:rPr>
              <a:t>10%+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A11479-ED7E-7052-2A4A-EDCC50B9A602}"/>
              </a:ext>
            </a:extLst>
          </p:cNvPr>
          <p:cNvSpPr txBox="1"/>
          <p:nvPr/>
        </p:nvSpPr>
        <p:spPr>
          <a:xfrm>
            <a:off x="8978948" y="1643284"/>
            <a:ext cx="1803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003366"/>
                </a:solidFill>
              </a:rPr>
              <a:t>Share Rate for </a:t>
            </a:r>
          </a:p>
          <a:p>
            <a:pPr algn="ctr"/>
            <a:r>
              <a:rPr lang="en-US" sz="1000" b="1">
                <a:solidFill>
                  <a:srgbClr val="003366"/>
                </a:solidFill>
              </a:rPr>
              <a:t>Finshots newsletters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6FB2B3-C293-3BEC-3DFD-B06DC617C053}"/>
              </a:ext>
            </a:extLst>
          </p:cNvPr>
          <p:cNvSpPr txBox="1"/>
          <p:nvPr/>
        </p:nvSpPr>
        <p:spPr>
          <a:xfrm>
            <a:off x="10607722" y="1148257"/>
            <a:ext cx="14247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Media Presence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57EFCD0-1717-15A7-5201-B7A2B034307E}"/>
              </a:ext>
            </a:extLst>
          </p:cNvPr>
          <p:cNvCxnSpPr/>
          <p:nvPr/>
        </p:nvCxnSpPr>
        <p:spPr>
          <a:xfrm>
            <a:off x="10482053" y="1102783"/>
            <a:ext cx="0" cy="1030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7" name="Picture 13" descr="Twitter Logo - Free Vectors &amp; PSDs to Download">
            <a:extLst>
              <a:ext uri="{FF2B5EF4-FFF2-40B4-BE49-F238E27FC236}">
                <a16:creationId xmlns:a16="http://schemas.microsoft.com/office/drawing/2014/main" id="{E9898F60-7A07-CB0F-AA67-A22C538B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077" y="1550247"/>
            <a:ext cx="347596" cy="34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b Logo Images – Browse 45,518 Stock Photos, Vectors, and Video | Adobe  Stock">
            <a:extLst>
              <a:ext uri="{FF2B5EF4-FFF2-40B4-BE49-F238E27FC236}">
                <a16:creationId xmlns:a16="http://schemas.microsoft.com/office/drawing/2014/main" id="{E1ADCD77-70A9-7E50-4296-18B05417B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82" b="7740"/>
          <a:stretch/>
        </p:blipFill>
        <p:spPr bwMode="auto">
          <a:xfrm>
            <a:off x="11656148" y="1493148"/>
            <a:ext cx="536429" cy="45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4DC3A75E-D423-8092-B7C9-6AF2F3015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696" y="1557073"/>
            <a:ext cx="347597" cy="34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5" descr="Fb Logo Images – Browse 45,518 Stock Photos, Vectors, and Video | Adobe  Stock">
            <a:extLst>
              <a:ext uri="{FF2B5EF4-FFF2-40B4-BE49-F238E27FC236}">
                <a16:creationId xmlns:a16="http://schemas.microsoft.com/office/drawing/2014/main" id="{101FB714-E378-890E-C7B0-2B97801A5E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3" t="5787" r="35508"/>
          <a:stretch/>
        </p:blipFill>
        <p:spPr bwMode="auto">
          <a:xfrm>
            <a:off x="11275824" y="1542194"/>
            <a:ext cx="438006" cy="40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E84E12C-3C25-A46A-AA10-1FB861A58650}"/>
              </a:ext>
            </a:extLst>
          </p:cNvPr>
          <p:cNvSpPr/>
          <p:nvPr/>
        </p:nvSpPr>
        <p:spPr>
          <a:xfrm>
            <a:off x="171487" y="2223315"/>
            <a:ext cx="3652410" cy="28900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Unique Value Proposition of Finshots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130D4E8-5238-1A79-DDA5-6823938F409E}"/>
              </a:ext>
            </a:extLst>
          </p:cNvPr>
          <p:cNvCxnSpPr>
            <a:cxnSpLocks/>
          </p:cNvCxnSpPr>
          <p:nvPr/>
        </p:nvCxnSpPr>
        <p:spPr>
          <a:xfrm>
            <a:off x="4046561" y="2133745"/>
            <a:ext cx="0" cy="4724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508F99-2CEA-CD2B-E644-D2117E372E78}"/>
              </a:ext>
            </a:extLst>
          </p:cNvPr>
          <p:cNvCxnSpPr>
            <a:cxnSpLocks/>
          </p:cNvCxnSpPr>
          <p:nvPr/>
        </p:nvCxnSpPr>
        <p:spPr>
          <a:xfrm flipH="1">
            <a:off x="4046561" y="4715153"/>
            <a:ext cx="81454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AE3008E-8B1E-BBF7-7701-77A3720412A4}"/>
              </a:ext>
            </a:extLst>
          </p:cNvPr>
          <p:cNvSpPr/>
          <p:nvPr/>
        </p:nvSpPr>
        <p:spPr>
          <a:xfrm>
            <a:off x="4119514" y="2209598"/>
            <a:ext cx="3816659" cy="289005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Target Audience Insights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022832-6B62-548D-5745-B921FC51381F}"/>
              </a:ext>
            </a:extLst>
          </p:cNvPr>
          <p:cNvSpPr txBox="1"/>
          <p:nvPr/>
        </p:nvSpPr>
        <p:spPr>
          <a:xfrm>
            <a:off x="61415" y="2694616"/>
            <a:ext cx="2674960" cy="6617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Jargon Free Content</a:t>
            </a:r>
          </a:p>
          <a:p>
            <a:r>
              <a:rPr lang="en-US" sz="900">
                <a:solidFill>
                  <a:srgbClr val="C00000"/>
                </a:solidFill>
              </a:rPr>
              <a:t>Finshots avoids complicated financial terminology, ensuring that even those without a finance background can easily grasp</a:t>
            </a:r>
          </a:p>
        </p:txBody>
      </p:sp>
      <p:pic>
        <p:nvPicPr>
          <p:cNvPr id="1043" name="Picture 19" descr="Easy Read eNews April 2022 - Council for Intellectual Disability">
            <a:extLst>
              <a:ext uri="{FF2B5EF4-FFF2-40B4-BE49-F238E27FC236}">
                <a16:creationId xmlns:a16="http://schemas.microsoft.com/office/drawing/2014/main" id="{588A02D4-DA07-80CF-F1BF-53206339DD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4" r="22717"/>
          <a:stretch/>
        </p:blipFill>
        <p:spPr bwMode="auto">
          <a:xfrm>
            <a:off x="2986945" y="2677438"/>
            <a:ext cx="696175" cy="69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9C3EBAF8-83BD-F680-5184-AFD39D6A2B7B}"/>
              </a:ext>
            </a:extLst>
          </p:cNvPr>
          <p:cNvSpPr txBox="1"/>
          <p:nvPr/>
        </p:nvSpPr>
        <p:spPr>
          <a:xfrm>
            <a:off x="1187356" y="3470242"/>
            <a:ext cx="2736376" cy="6617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Actionable Insights</a:t>
            </a:r>
          </a:p>
          <a:p>
            <a:r>
              <a:rPr lang="en-US" sz="900">
                <a:solidFill>
                  <a:srgbClr val="C00000"/>
                </a:solidFill>
              </a:rPr>
              <a:t>Each newsletter goes beyond just news, providing readers with actionable financial advice they can apply in their personal and professional lives</a:t>
            </a:r>
          </a:p>
        </p:txBody>
      </p:sp>
      <p:pic>
        <p:nvPicPr>
          <p:cNvPr id="1045" name="Picture 21" descr="Insight Generic color lineal-color icon | Freepik">
            <a:extLst>
              <a:ext uri="{FF2B5EF4-FFF2-40B4-BE49-F238E27FC236}">
                <a16:creationId xmlns:a16="http://schemas.microsoft.com/office/drawing/2014/main" id="{996BA408-1AAB-984E-6FDD-BA1064B4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46" y="3511489"/>
            <a:ext cx="579225" cy="57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C4D8AE38-AC24-FA94-C3B3-171C6DB9C20E}"/>
              </a:ext>
            </a:extLst>
          </p:cNvPr>
          <p:cNvSpPr txBox="1"/>
          <p:nvPr/>
        </p:nvSpPr>
        <p:spPr>
          <a:xfrm>
            <a:off x="92975" y="4359286"/>
            <a:ext cx="2736376" cy="6617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Visual Aids and Graphics</a:t>
            </a:r>
          </a:p>
          <a:p>
            <a:r>
              <a:rPr lang="en-US" sz="900">
                <a:solidFill>
                  <a:srgbClr val="C00000"/>
                </a:solidFill>
              </a:rPr>
              <a:t>Finshots uses infographics, charts, and visual elements to break down complex data, making the information more digestible and engaging</a:t>
            </a:r>
          </a:p>
        </p:txBody>
      </p:sp>
      <p:pic>
        <p:nvPicPr>
          <p:cNvPr id="1047" name="Picture 23" descr="Infographics - Free marketing icons">
            <a:extLst>
              <a:ext uri="{FF2B5EF4-FFF2-40B4-BE49-F238E27FC236}">
                <a16:creationId xmlns:a16="http://schemas.microsoft.com/office/drawing/2014/main" id="{16A33717-3807-AB8F-3495-A5E5D76D1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865" y="4357060"/>
            <a:ext cx="676167" cy="67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79868B8D-ED39-AAD1-180D-803E40264AED}"/>
              </a:ext>
            </a:extLst>
          </p:cNvPr>
          <p:cNvSpPr txBox="1"/>
          <p:nvPr/>
        </p:nvSpPr>
        <p:spPr>
          <a:xfrm>
            <a:off x="1198853" y="5223523"/>
            <a:ext cx="2736376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Consistent Publishing Schedule</a:t>
            </a:r>
          </a:p>
          <a:p>
            <a:r>
              <a:rPr lang="en-US" sz="900">
                <a:solidFill>
                  <a:srgbClr val="C00000"/>
                </a:solidFill>
              </a:rPr>
              <a:t>The daily newsletter ensures readers are kept consistently informed without overwhelming them</a:t>
            </a:r>
          </a:p>
        </p:txBody>
      </p:sp>
      <p:pic>
        <p:nvPicPr>
          <p:cNvPr id="1049" name="Picture 25" descr="Publishing - Free technology icons">
            <a:extLst>
              <a:ext uri="{FF2B5EF4-FFF2-40B4-BE49-F238E27FC236}">
                <a16:creationId xmlns:a16="http://schemas.microsoft.com/office/drawing/2014/main" id="{CA84E558-FEEE-CB16-EB79-57EC82E52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11" y="5129453"/>
            <a:ext cx="645260" cy="6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E7A98348-9447-9AC9-DAE4-81024902D545}"/>
              </a:ext>
            </a:extLst>
          </p:cNvPr>
          <p:cNvSpPr txBox="1"/>
          <p:nvPr/>
        </p:nvSpPr>
        <p:spPr>
          <a:xfrm>
            <a:off x="92975" y="5993719"/>
            <a:ext cx="2736376" cy="8002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Multimedia Approach</a:t>
            </a:r>
          </a:p>
          <a:p>
            <a:r>
              <a:rPr lang="en-US" sz="900">
                <a:solidFill>
                  <a:srgbClr val="C00000"/>
                </a:solidFill>
              </a:rPr>
              <a:t>Finshots reaches its audience through diverse formats, including email newsletters, podcasts, videos, social media carousels, and infographics, catering to different learning preferences </a:t>
            </a:r>
          </a:p>
        </p:txBody>
      </p: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A7672811-B53E-DDA0-0524-BAC2DC414F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9425" y="6059605"/>
            <a:ext cx="617411" cy="617411"/>
          </a:xfrm>
          <a:prstGeom prst="rect">
            <a:avLst/>
          </a:prstGeom>
        </p:spPr>
      </p:pic>
      <p:graphicFrame>
        <p:nvGraphicFramePr>
          <p:cNvPr id="1048" name="Diagram 1047">
            <a:extLst>
              <a:ext uri="{FF2B5EF4-FFF2-40B4-BE49-F238E27FC236}">
                <a16:creationId xmlns:a16="http://schemas.microsoft.com/office/drawing/2014/main" id="{1EDB20D0-7385-284E-E543-29F5DBD98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520299"/>
              </p:ext>
            </p:extLst>
          </p:nvPr>
        </p:nvGraphicFramePr>
        <p:xfrm>
          <a:off x="4089923" y="2592291"/>
          <a:ext cx="3880370" cy="2007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96D1393A-4020-9208-B6ED-7FAA5D812801}"/>
              </a:ext>
            </a:extLst>
          </p:cNvPr>
          <p:cNvCxnSpPr>
            <a:cxnSpLocks/>
          </p:cNvCxnSpPr>
          <p:nvPr/>
        </p:nvCxnSpPr>
        <p:spPr>
          <a:xfrm flipV="1">
            <a:off x="8216236" y="2133745"/>
            <a:ext cx="0" cy="2581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00279841-ED06-08D5-F8C5-E2B02712FE5E}"/>
              </a:ext>
            </a:extLst>
          </p:cNvPr>
          <p:cNvSpPr/>
          <p:nvPr/>
        </p:nvSpPr>
        <p:spPr>
          <a:xfrm>
            <a:off x="8299827" y="2198117"/>
            <a:ext cx="3816659" cy="289005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Funding  and Support</a:t>
            </a: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9700364-8691-FB2D-2F6C-5768B8A51006}"/>
              </a:ext>
            </a:extLst>
          </p:cNvPr>
          <p:cNvSpPr/>
          <p:nvPr/>
        </p:nvSpPr>
        <p:spPr>
          <a:xfrm>
            <a:off x="8299827" y="2684953"/>
            <a:ext cx="1801498" cy="24532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Backed by </a:t>
            </a:r>
          </a:p>
        </p:txBody>
      </p:sp>
      <p:pic>
        <p:nvPicPr>
          <p:cNvPr id="1056" name="Picture 28" descr="Zerodha Logo PNG vector in SVG, PDF, AI, CDR format">
            <a:extLst>
              <a:ext uri="{FF2B5EF4-FFF2-40B4-BE49-F238E27FC236}">
                <a16:creationId xmlns:a16="http://schemas.microsoft.com/office/drawing/2014/main" id="{B7C2B984-1FA8-D800-9521-17739AF800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57" b="41880"/>
          <a:stretch/>
        </p:blipFill>
        <p:spPr bwMode="auto">
          <a:xfrm>
            <a:off x="10184915" y="2684953"/>
            <a:ext cx="1893361" cy="24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TextBox 1059">
            <a:extLst>
              <a:ext uri="{FF2B5EF4-FFF2-40B4-BE49-F238E27FC236}">
                <a16:creationId xmlns:a16="http://schemas.microsoft.com/office/drawing/2014/main" id="{F0C5C85C-1A40-E439-CE01-14FE6FA731DA}"/>
              </a:ext>
            </a:extLst>
          </p:cNvPr>
          <p:cNvSpPr txBox="1"/>
          <p:nvPr/>
        </p:nvSpPr>
        <p:spPr>
          <a:xfrm>
            <a:off x="8216236" y="3118588"/>
            <a:ext cx="3375041" cy="24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Zerodha’s</a:t>
            </a:r>
            <a:r>
              <a:rPr lang="en-US" sz="1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reputation elevates Finshots' market visibility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6DCB2C48-6013-C156-CEAB-3B9540B07C28}"/>
              </a:ext>
            </a:extLst>
          </p:cNvPr>
          <p:cNvSpPr txBox="1"/>
          <p:nvPr/>
        </p:nvSpPr>
        <p:spPr>
          <a:xfrm>
            <a:off x="8921580" y="3437766"/>
            <a:ext cx="32704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Zerodha</a:t>
            </a:r>
            <a:r>
              <a:rPr lang="en-US" sz="1000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ensures Finshots’ financial growth stability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DD78F1E2-4BE6-D759-3431-222CF515C1E6}"/>
              </a:ext>
            </a:extLst>
          </p:cNvPr>
          <p:cNvSpPr txBox="1"/>
          <p:nvPr/>
        </p:nvSpPr>
        <p:spPr>
          <a:xfrm>
            <a:off x="8216236" y="3684192"/>
            <a:ext cx="3375041" cy="245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Zerodha</a:t>
            </a:r>
            <a:r>
              <a:rPr lang="en-US" sz="1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opens collaboration opportunities for Finshots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38490240-E126-DA9B-1A48-804250851D9E}"/>
              </a:ext>
            </a:extLst>
          </p:cNvPr>
          <p:cNvSpPr txBox="1"/>
          <p:nvPr/>
        </p:nvSpPr>
        <p:spPr>
          <a:xfrm>
            <a:off x="8276788" y="3981918"/>
            <a:ext cx="3816253" cy="384721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50"/>
              <a:t>Co-branded Financial Webinars, Advanced finance insights for Zerodha’s Clients, Referral Programs, &amp; Financial Literacy Workshops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688F91AB-F247-3DA1-86D5-6F6EB167E286}"/>
              </a:ext>
            </a:extLst>
          </p:cNvPr>
          <p:cNvSpPr txBox="1"/>
          <p:nvPr/>
        </p:nvSpPr>
        <p:spPr>
          <a:xfrm>
            <a:off x="8960324" y="4417786"/>
            <a:ext cx="6151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Zerodha’s</a:t>
            </a:r>
            <a:r>
              <a:rPr lang="en-US" sz="10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support helps Finshots scale efficiently</a:t>
            </a: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8A0CEC00-7585-C423-AD39-0F9131DB4584}"/>
              </a:ext>
            </a:extLst>
          </p:cNvPr>
          <p:cNvSpPr/>
          <p:nvPr/>
        </p:nvSpPr>
        <p:spPr>
          <a:xfrm>
            <a:off x="4138177" y="4766474"/>
            <a:ext cx="3034616" cy="283654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Content Distribution Channel</a:t>
            </a:r>
          </a:p>
        </p:txBody>
      </p:sp>
      <p:pic>
        <p:nvPicPr>
          <p:cNvPr id="1071" name="Picture 30" descr="Free icon &quot;Email newsletter icon&quot;">
            <a:extLst>
              <a:ext uri="{FF2B5EF4-FFF2-40B4-BE49-F238E27FC236}">
                <a16:creationId xmlns:a16="http://schemas.microsoft.com/office/drawing/2014/main" id="{0EB20EA1-1D91-F558-900D-12B02E8F9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147" y="5132739"/>
            <a:ext cx="303296" cy="30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TextBox 1071">
            <a:extLst>
              <a:ext uri="{FF2B5EF4-FFF2-40B4-BE49-F238E27FC236}">
                <a16:creationId xmlns:a16="http://schemas.microsoft.com/office/drawing/2014/main" id="{BD32682E-5745-61AB-4DAB-03095783CF9B}"/>
              </a:ext>
            </a:extLst>
          </p:cNvPr>
          <p:cNvSpPr txBox="1"/>
          <p:nvPr/>
        </p:nvSpPr>
        <p:spPr>
          <a:xfrm>
            <a:off x="4781863" y="5165985"/>
            <a:ext cx="1314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E-mail Newsletter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75731002-308B-8018-E805-7D7AF902B9AC}"/>
              </a:ext>
            </a:extLst>
          </p:cNvPr>
          <p:cNvSpPr txBox="1"/>
          <p:nvPr/>
        </p:nvSpPr>
        <p:spPr>
          <a:xfrm>
            <a:off x="4742567" y="5584602"/>
            <a:ext cx="1314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Mobile Application</a:t>
            </a:r>
          </a:p>
        </p:txBody>
      </p:sp>
      <p:pic>
        <p:nvPicPr>
          <p:cNvPr id="1074" name="Picture 32" descr="Mobile application - Free seo and web icons">
            <a:extLst>
              <a:ext uri="{FF2B5EF4-FFF2-40B4-BE49-F238E27FC236}">
                <a16:creationId xmlns:a16="http://schemas.microsoft.com/office/drawing/2014/main" id="{FE7E2F9C-C5DD-386A-1C9D-60EBFDF9D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626" y="5513233"/>
            <a:ext cx="388960" cy="3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1" name="TextBox 1080">
            <a:extLst>
              <a:ext uri="{FF2B5EF4-FFF2-40B4-BE49-F238E27FC236}">
                <a16:creationId xmlns:a16="http://schemas.microsoft.com/office/drawing/2014/main" id="{D2558805-09D6-507D-D1DD-E61AA5E1A55E}"/>
              </a:ext>
            </a:extLst>
          </p:cNvPr>
          <p:cNvSpPr txBox="1"/>
          <p:nvPr/>
        </p:nvSpPr>
        <p:spPr>
          <a:xfrm>
            <a:off x="4712603" y="5977763"/>
            <a:ext cx="1314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Spotify Podcasts and other Apps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3AFD7D9-A1CA-667B-395A-4C60C5420C43}"/>
              </a:ext>
            </a:extLst>
          </p:cNvPr>
          <p:cNvSpPr txBox="1"/>
          <p:nvPr/>
        </p:nvSpPr>
        <p:spPr>
          <a:xfrm>
            <a:off x="4704933" y="6393828"/>
            <a:ext cx="1971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Infographics and Carousels</a:t>
            </a:r>
          </a:p>
        </p:txBody>
      </p: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3938E62E-5EDD-263B-4B79-359D0E50B4D5}"/>
              </a:ext>
            </a:extLst>
          </p:cNvPr>
          <p:cNvCxnSpPr>
            <a:cxnSpLocks/>
          </p:cNvCxnSpPr>
          <p:nvPr/>
        </p:nvCxnSpPr>
        <p:spPr>
          <a:xfrm flipV="1">
            <a:off x="7229384" y="4715153"/>
            <a:ext cx="0" cy="21428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5" name="Picture 34">
            <a:extLst>
              <a:ext uri="{FF2B5EF4-FFF2-40B4-BE49-F238E27FC236}">
                <a16:creationId xmlns:a16="http://schemas.microsoft.com/office/drawing/2014/main" id="{3E1CB36C-4EB6-1FC0-B817-43BD729E5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091" y="5993719"/>
            <a:ext cx="268623" cy="27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7" name="Picture 1086">
            <a:extLst>
              <a:ext uri="{FF2B5EF4-FFF2-40B4-BE49-F238E27FC236}">
                <a16:creationId xmlns:a16="http://schemas.microsoft.com/office/drawing/2014/main" id="{AAD08E51-F929-5A72-484F-08FF0281074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38619" y="6304145"/>
            <a:ext cx="360452" cy="391602"/>
          </a:xfrm>
          <a:prstGeom prst="rect">
            <a:avLst/>
          </a:prstGeom>
        </p:spPr>
      </p:pic>
      <p:sp>
        <p:nvSpPr>
          <p:cNvPr id="1088" name="Rectangle 1087">
            <a:extLst>
              <a:ext uri="{FF2B5EF4-FFF2-40B4-BE49-F238E27FC236}">
                <a16:creationId xmlns:a16="http://schemas.microsoft.com/office/drawing/2014/main" id="{041E9712-BD1A-79C7-6912-BDCC4D489F67}"/>
              </a:ext>
            </a:extLst>
          </p:cNvPr>
          <p:cNvSpPr/>
          <p:nvPr/>
        </p:nvSpPr>
        <p:spPr>
          <a:xfrm>
            <a:off x="7923674" y="4811914"/>
            <a:ext cx="3034616" cy="283654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Founding Partners</a:t>
            </a:r>
          </a:p>
        </p:txBody>
      </p:sp>
      <p:pic>
        <p:nvPicPr>
          <p:cNvPr id="1089" name="Picture 36" descr="From a financial newsletter firm to a full-fledged insurance startup:  Zerodha-backed Ditto Insurance's story | YourStory">
            <a:extLst>
              <a:ext uri="{FF2B5EF4-FFF2-40B4-BE49-F238E27FC236}">
                <a16:creationId xmlns:a16="http://schemas.microsoft.com/office/drawing/2014/main" id="{0DBA1A1A-E9AD-F53C-0481-5C56C6B63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 t="11250" r="5846" b="23007"/>
          <a:stretch/>
        </p:blipFill>
        <p:spPr bwMode="auto">
          <a:xfrm>
            <a:off x="7559531" y="5162036"/>
            <a:ext cx="4332841" cy="161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Finshots | Financial News made simple">
            <a:extLst>
              <a:ext uri="{FF2B5EF4-FFF2-40B4-BE49-F238E27FC236}">
                <a16:creationId xmlns:a16="http://schemas.microsoft.com/office/drawing/2014/main" id="{1F3177FE-F3BE-DFF9-0FA9-51DA8327D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049" y="29996"/>
            <a:ext cx="428626" cy="4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82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shots">
            <a:extLst>
              <a:ext uri="{FF2B5EF4-FFF2-40B4-BE49-F238E27FC236}">
                <a16:creationId xmlns:a16="http://schemas.microsoft.com/office/drawing/2014/main" id="{B00785B2-1C30-8B49-FB58-3AF88E853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84"/>
          <a:stretch/>
        </p:blipFill>
        <p:spPr bwMode="auto">
          <a:xfrm>
            <a:off x="-1" y="-1"/>
            <a:ext cx="12191999" cy="49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29375-E735-0FC8-F21B-D95D9A9C2341}"/>
              </a:ext>
            </a:extLst>
          </p:cNvPr>
          <p:cNvSpPr txBox="1"/>
          <p:nvPr/>
        </p:nvSpPr>
        <p:spPr>
          <a:xfrm>
            <a:off x="1289713" y="60992"/>
            <a:ext cx="883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Current Engagement Strategies and Performance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DA06C5-22EC-D853-1FF4-B95FBE14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7" y="874367"/>
            <a:ext cx="1660131" cy="30661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B8207B-C4B2-1D62-134E-06274CD748D4}"/>
              </a:ext>
            </a:extLst>
          </p:cNvPr>
          <p:cNvCxnSpPr>
            <a:cxnSpLocks/>
          </p:cNvCxnSpPr>
          <p:nvPr/>
        </p:nvCxnSpPr>
        <p:spPr>
          <a:xfrm>
            <a:off x="1785938" y="1027673"/>
            <a:ext cx="464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0F5718-34DB-6952-B868-CC540442247D}"/>
              </a:ext>
            </a:extLst>
          </p:cNvPr>
          <p:cNvGrpSpPr/>
          <p:nvPr/>
        </p:nvGrpSpPr>
        <p:grpSpPr>
          <a:xfrm>
            <a:off x="2250281" y="596786"/>
            <a:ext cx="5195889" cy="861774"/>
            <a:chOff x="2500312" y="596787"/>
            <a:chExt cx="5195889" cy="8617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9D6D11-8218-7D4C-8419-1117DC797E85}"/>
                </a:ext>
              </a:extLst>
            </p:cNvPr>
            <p:cNvSpPr txBox="1"/>
            <p:nvPr/>
          </p:nvSpPr>
          <p:spPr>
            <a:xfrm>
              <a:off x="2500312" y="596787"/>
              <a:ext cx="2681288" cy="86177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000" b="1">
                  <a:solidFill>
                    <a:srgbClr val="003366"/>
                  </a:solidFill>
                </a:rPr>
                <a:t>Money Resolutions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Personal Finance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New Year’s Financial Goals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Actionable Advice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Budgeting calculators and progress trackers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A79794-9F83-20C1-B5E7-1A00C169FE99}"/>
                </a:ext>
              </a:extLst>
            </p:cNvPr>
            <p:cNvSpPr txBox="1"/>
            <p:nvPr/>
          </p:nvSpPr>
          <p:spPr>
            <a:xfrm>
              <a:off x="5181600" y="596787"/>
              <a:ext cx="2514601" cy="86177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000" b="1">
                  <a:solidFill>
                    <a:srgbClr val="003366"/>
                  </a:solidFill>
                </a:rPr>
                <a:t>Money Milestones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Life Event Planning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Retirement and Tax Planning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Comparison Insights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/>
                <a:t>Personal Anecdotes and Practical Tips</a:t>
              </a:r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5D1C509-DD05-D5DC-E167-B015D7449E14}"/>
              </a:ext>
            </a:extLst>
          </p:cNvPr>
          <p:cNvSpPr/>
          <p:nvPr/>
        </p:nvSpPr>
        <p:spPr>
          <a:xfrm>
            <a:off x="7446170" y="951019"/>
            <a:ext cx="657225" cy="15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BC8B7-49FD-3CD5-1BE3-29C600199606}"/>
              </a:ext>
            </a:extLst>
          </p:cNvPr>
          <p:cNvSpPr txBox="1"/>
          <p:nvPr/>
        </p:nvSpPr>
        <p:spPr>
          <a:xfrm>
            <a:off x="801705" y="1240325"/>
            <a:ext cx="976015" cy="24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>
                <a:solidFill>
                  <a:srgbClr val="3EB0EF"/>
                </a:solidFill>
                <a:effectLst/>
                <a:latin typeface="-apple-system"/>
              </a:rPr>
              <a:t>9 January 2022</a:t>
            </a:r>
            <a:endParaRPr lang="en-US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B078E5-7541-BACE-7DC0-3C084F4636CE}"/>
              </a:ext>
            </a:extLst>
          </p:cNvPr>
          <p:cNvSpPr txBox="1"/>
          <p:nvPr/>
        </p:nvSpPr>
        <p:spPr>
          <a:xfrm>
            <a:off x="205777" y="1241489"/>
            <a:ext cx="15001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Started in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F67891F3-7D77-A40C-D563-E0429A247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3263180"/>
              </p:ext>
            </p:extLst>
          </p:nvPr>
        </p:nvGraphicFramePr>
        <p:xfrm>
          <a:off x="8148316" y="550160"/>
          <a:ext cx="3303116" cy="926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484F953-A2CD-4D48-8AF0-1735A2D204AC}"/>
              </a:ext>
            </a:extLst>
          </p:cNvPr>
          <p:cNvSpPr/>
          <p:nvPr/>
        </p:nvSpPr>
        <p:spPr>
          <a:xfrm rot="5400000">
            <a:off x="11319281" y="698082"/>
            <a:ext cx="937550" cy="583406"/>
          </a:xfrm>
          <a:prstGeom prst="rect">
            <a:avLst/>
          </a:prstGeom>
        </p:spPr>
        <p:style>
          <a:lnRef idx="2">
            <a:schemeClr val="accent6"/>
          </a:lnRef>
          <a:fillRef idx="1002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/>
              <a:t>Increased Customer</a:t>
            </a:r>
          </a:p>
          <a:p>
            <a:pPr algn="ctr"/>
            <a:r>
              <a:rPr lang="en-US" sz="800" b="1"/>
              <a:t> Engagement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81D14A-5B60-A258-8579-EFCB9BFC2323}"/>
              </a:ext>
            </a:extLst>
          </p:cNvPr>
          <p:cNvCxnSpPr/>
          <p:nvPr/>
        </p:nvCxnSpPr>
        <p:spPr>
          <a:xfrm>
            <a:off x="0" y="1578768"/>
            <a:ext cx="12192000" cy="0"/>
          </a:xfrm>
          <a:prstGeom prst="line">
            <a:avLst/>
          </a:prstGeom>
          <a:ln w="38100">
            <a:solidFill>
              <a:srgbClr val="003366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1" name="Picture 3" descr="Personal finance - Free business and finance icons">
            <a:extLst>
              <a:ext uri="{FF2B5EF4-FFF2-40B4-BE49-F238E27FC236}">
                <a16:creationId xmlns:a16="http://schemas.microsoft.com/office/drawing/2014/main" id="{716BD1BC-C5B1-515E-8F45-850B4DF77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6865645" y="675313"/>
            <a:ext cx="458905" cy="458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Budget - Free business and finance icons">
            <a:extLst>
              <a:ext uri="{FF2B5EF4-FFF2-40B4-BE49-F238E27FC236}">
                <a16:creationId xmlns:a16="http://schemas.microsoft.com/office/drawing/2014/main" id="{57B12359-95F8-7D3E-7722-EF29FE718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423" y="657278"/>
            <a:ext cx="536962" cy="53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2601AF-6DDF-CE22-F4D4-FAF61519B1BD}"/>
              </a:ext>
            </a:extLst>
          </p:cNvPr>
          <p:cNvCxnSpPr/>
          <p:nvPr/>
        </p:nvCxnSpPr>
        <p:spPr>
          <a:xfrm>
            <a:off x="-1" y="3431380"/>
            <a:ext cx="12192000" cy="0"/>
          </a:xfrm>
          <a:prstGeom prst="line">
            <a:avLst/>
          </a:prstGeom>
          <a:ln w="38100">
            <a:solidFill>
              <a:srgbClr val="003366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CE98C1-8BC8-24E6-166A-9055CD56BE4B}"/>
              </a:ext>
            </a:extLst>
          </p:cNvPr>
          <p:cNvCxnSpPr>
            <a:cxnSpLocks/>
          </p:cNvCxnSpPr>
          <p:nvPr/>
        </p:nvCxnSpPr>
        <p:spPr>
          <a:xfrm>
            <a:off x="5063275" y="3429000"/>
            <a:ext cx="0" cy="3386920"/>
          </a:xfrm>
          <a:prstGeom prst="line">
            <a:avLst/>
          </a:prstGeom>
          <a:ln w="38100">
            <a:solidFill>
              <a:srgbClr val="003366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180D0B9-7AAF-BDA0-D16E-62DE38C03F86}"/>
              </a:ext>
            </a:extLst>
          </p:cNvPr>
          <p:cNvSpPr/>
          <p:nvPr/>
        </p:nvSpPr>
        <p:spPr>
          <a:xfrm>
            <a:off x="125807" y="3469750"/>
            <a:ext cx="4574769" cy="261275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Feedback and Testimonials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EDAF9AD-AF7A-18D4-2C4D-AABF4AED85A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18951"/>
          <a:stretch/>
        </p:blipFill>
        <p:spPr>
          <a:xfrm>
            <a:off x="86465" y="4218008"/>
            <a:ext cx="3034613" cy="59688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C388FEF-2391-85DE-BD19-3A429DFCCE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65" y="3825552"/>
            <a:ext cx="3011793" cy="3631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296DDD-115E-05A6-8414-44888C368E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41" y="4883743"/>
            <a:ext cx="3111017" cy="843363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F111DAF-D7F4-A54C-6CDA-7167FC0867CF}"/>
              </a:ext>
            </a:extLst>
          </p:cNvPr>
          <p:cNvCxnSpPr>
            <a:cxnSpLocks/>
          </p:cNvCxnSpPr>
          <p:nvPr/>
        </p:nvCxnSpPr>
        <p:spPr>
          <a:xfrm flipH="1">
            <a:off x="0" y="4855169"/>
            <a:ext cx="5063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C0BC26F-FA55-D7DD-D74F-25E256AA79DE}"/>
              </a:ext>
            </a:extLst>
          </p:cNvPr>
          <p:cNvCxnSpPr>
            <a:cxnSpLocks/>
          </p:cNvCxnSpPr>
          <p:nvPr/>
        </p:nvCxnSpPr>
        <p:spPr>
          <a:xfrm flipH="1" flipV="1">
            <a:off x="-12760" y="5727109"/>
            <a:ext cx="32338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F28DA663-876A-47C1-C573-50C58D3601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65" y="550160"/>
            <a:ext cx="269154" cy="24168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C8701E3-85AA-30C6-DA97-9A33C4FCDA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809868"/>
            <a:ext cx="3174659" cy="726663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1FBD15F-A738-0D80-A7EA-4023C7AC9765}"/>
              </a:ext>
            </a:extLst>
          </p:cNvPr>
          <p:cNvCxnSpPr>
            <a:cxnSpLocks/>
          </p:cNvCxnSpPr>
          <p:nvPr/>
        </p:nvCxnSpPr>
        <p:spPr>
          <a:xfrm flipH="1">
            <a:off x="-12760" y="6536531"/>
            <a:ext cx="32338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90C0F7E-EC97-CFDA-CD0F-7A67068A30AC}"/>
              </a:ext>
            </a:extLst>
          </p:cNvPr>
          <p:cNvCxnSpPr>
            <a:cxnSpLocks/>
          </p:cNvCxnSpPr>
          <p:nvPr/>
        </p:nvCxnSpPr>
        <p:spPr>
          <a:xfrm>
            <a:off x="3207545" y="3754288"/>
            <a:ext cx="23610" cy="310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7" name="Picture 9" descr="Download LinkedIn Logo in SVG Vector or PNG File Format - Logo.wine">
            <a:extLst>
              <a:ext uri="{FF2B5EF4-FFF2-40B4-BE49-F238E27FC236}">
                <a16:creationId xmlns:a16="http://schemas.microsoft.com/office/drawing/2014/main" id="{AFFC2907-BAFA-5006-A006-411B35B4A8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70" b="33237"/>
          <a:stretch/>
        </p:blipFill>
        <p:spPr bwMode="auto">
          <a:xfrm>
            <a:off x="63641" y="6562329"/>
            <a:ext cx="1351902" cy="3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CCBAAE9-1EE6-A3A0-3B0C-F203997ADDE4}"/>
              </a:ext>
            </a:extLst>
          </p:cNvPr>
          <p:cNvSpPr txBox="1"/>
          <p:nvPr/>
        </p:nvSpPr>
        <p:spPr>
          <a:xfrm>
            <a:off x="1307633" y="6529387"/>
            <a:ext cx="292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Testimonials</a:t>
            </a:r>
          </a:p>
        </p:txBody>
      </p:sp>
      <p:pic>
        <p:nvPicPr>
          <p:cNvPr id="2059" name="Picture 11" descr="Positive feedback - Free marketing icons">
            <a:extLst>
              <a:ext uri="{FF2B5EF4-FFF2-40B4-BE49-F238E27FC236}">
                <a16:creationId xmlns:a16="http://schemas.microsoft.com/office/drawing/2014/main" id="{747DCCD5-8032-9149-5FAE-B5F9CBFE4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033" y="6014922"/>
            <a:ext cx="791571" cy="79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B2BEEF97-EF8D-E435-19B3-38FC545344D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3944" y="4897628"/>
            <a:ext cx="1722833" cy="941141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07DA9F63-EBBE-E2AA-6790-336EDE6848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17622" y="3825552"/>
            <a:ext cx="1510192" cy="1029617"/>
          </a:xfrm>
          <a:prstGeom prst="rect">
            <a:avLst/>
          </a:prstGeom>
        </p:spPr>
      </p:pic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0273CF6B-8F8F-D330-3470-148F78618AC1}"/>
              </a:ext>
            </a:extLst>
          </p:cNvPr>
          <p:cNvCxnSpPr>
            <a:cxnSpLocks/>
          </p:cNvCxnSpPr>
          <p:nvPr/>
        </p:nvCxnSpPr>
        <p:spPr>
          <a:xfrm flipH="1">
            <a:off x="3231155" y="5936659"/>
            <a:ext cx="1832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1" name="Picture 13" descr="Google Play Store gets new logo on Android [Updated] - 9to5Google">
            <a:extLst>
              <a:ext uri="{FF2B5EF4-FFF2-40B4-BE49-F238E27FC236}">
                <a16:creationId xmlns:a16="http://schemas.microsoft.com/office/drawing/2014/main" id="{36DAF679-0727-7613-82D2-EBD97A665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780" y="6034550"/>
            <a:ext cx="726534" cy="72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98E2635D-B467-2D8A-70BE-E7857C8051C1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r="10137"/>
          <a:stretch/>
        </p:blipFill>
        <p:spPr>
          <a:xfrm>
            <a:off x="16785" y="2475492"/>
            <a:ext cx="1846501" cy="777496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3E87C8F8-FF9B-3891-9656-B25F82DA6DE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85" y="1819553"/>
            <a:ext cx="1816956" cy="697774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74F419BC-932E-671D-2250-CB0469F04B08}"/>
              </a:ext>
            </a:extLst>
          </p:cNvPr>
          <p:cNvSpPr txBox="1"/>
          <p:nvPr/>
        </p:nvSpPr>
        <p:spPr>
          <a:xfrm>
            <a:off x="5874102" y="4060598"/>
            <a:ext cx="2505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Call-to-Action Links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81DB4E2-84C0-19DE-1A93-912DC4E24C31}"/>
              </a:ext>
            </a:extLst>
          </p:cNvPr>
          <p:cNvSpPr/>
          <p:nvPr/>
        </p:nvSpPr>
        <p:spPr>
          <a:xfrm>
            <a:off x="5242237" y="3533618"/>
            <a:ext cx="6516375" cy="33430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/>
              <a:t>Multichannel Approach driving newsletter engagement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CC801AC6-9CAF-E196-183A-6B66ED6FB4D4}"/>
              </a:ext>
            </a:extLst>
          </p:cNvPr>
          <p:cNvSpPr txBox="1"/>
          <p:nvPr/>
        </p:nvSpPr>
        <p:spPr>
          <a:xfrm>
            <a:off x="5954211" y="4753128"/>
            <a:ext cx="2483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Podcast Episodes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CF529F37-122E-40E3-4491-784C4DB9CFD1}"/>
              </a:ext>
            </a:extLst>
          </p:cNvPr>
          <p:cNvSpPr txBox="1"/>
          <p:nvPr/>
        </p:nvSpPr>
        <p:spPr>
          <a:xfrm>
            <a:off x="5079703" y="6112025"/>
            <a:ext cx="2366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Infographic Previews</a:t>
            </a:r>
          </a:p>
          <a:p>
            <a:r>
              <a:rPr lang="en-US" b="1">
                <a:solidFill>
                  <a:srgbClr val="C00000"/>
                </a:solidFill>
              </a:rPr>
              <a:t>On Social Media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4CB0F06C-F940-2906-6CD0-E26E42D90AC0}"/>
              </a:ext>
            </a:extLst>
          </p:cNvPr>
          <p:cNvSpPr txBox="1"/>
          <p:nvPr/>
        </p:nvSpPr>
        <p:spPr>
          <a:xfrm>
            <a:off x="5184338" y="5402899"/>
            <a:ext cx="1468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on YouTube</a:t>
            </a:r>
          </a:p>
        </p:txBody>
      </p:sp>
      <p:pic>
        <p:nvPicPr>
          <p:cNvPr id="1046" name="Picture 4" descr="Call to action - Free marketing icons">
            <a:extLst>
              <a:ext uri="{FF2B5EF4-FFF2-40B4-BE49-F238E27FC236}">
                <a16:creationId xmlns:a16="http://schemas.microsoft.com/office/drawing/2014/main" id="{EC190405-F0D2-D741-0418-4D9458013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638" y="4080674"/>
            <a:ext cx="428025" cy="42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1E25B6C0-FE01-E146-53D9-BA89F7C59ED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84338" y="4646380"/>
            <a:ext cx="656286" cy="648936"/>
          </a:xfrm>
          <a:prstGeom prst="rect">
            <a:avLst/>
          </a:prstGeom>
        </p:spPr>
      </p:pic>
      <p:pic>
        <p:nvPicPr>
          <p:cNvPr id="2063" name="Picture 15" descr="Our Infographic Design Services include delivery of well-polished and  graphically appealing infographic designs that suit your online business  needs, increase website traffic and improve your brand's awareness.">
            <a:extLst>
              <a:ext uri="{FF2B5EF4-FFF2-40B4-BE49-F238E27FC236}">
                <a16:creationId xmlns:a16="http://schemas.microsoft.com/office/drawing/2014/main" id="{FCB9E21B-AFFC-FECC-1C24-029B77212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10" b="24133"/>
          <a:stretch/>
        </p:blipFill>
        <p:spPr bwMode="auto">
          <a:xfrm>
            <a:off x="7362597" y="5906981"/>
            <a:ext cx="824369" cy="89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1705455E-C3F3-B1DD-FF77-CB77ED4A32A4}"/>
              </a:ext>
            </a:extLst>
          </p:cNvPr>
          <p:cNvCxnSpPr>
            <a:cxnSpLocks/>
            <a:stCxn id="1037" idx="2"/>
          </p:cNvCxnSpPr>
          <p:nvPr/>
        </p:nvCxnSpPr>
        <p:spPr>
          <a:xfrm flipH="1">
            <a:off x="8494655" y="3867920"/>
            <a:ext cx="5770" cy="2948000"/>
          </a:xfrm>
          <a:prstGeom prst="line">
            <a:avLst/>
          </a:prstGeom>
          <a:ln w="38100">
            <a:solidFill>
              <a:srgbClr val="003366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65" name="Picture 17" descr="Finshots UI/UX minor redesigns. I've been a frequent user of the… | by  Aaryan Shah | Medium">
            <a:extLst>
              <a:ext uri="{FF2B5EF4-FFF2-40B4-BE49-F238E27FC236}">
                <a16:creationId xmlns:a16="http://schemas.microsoft.com/office/drawing/2014/main" id="{72545F04-4055-E932-B3CA-5F18DECDE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9" t="8294" r="50256" b="9449"/>
          <a:stretch/>
        </p:blipFill>
        <p:spPr bwMode="auto">
          <a:xfrm>
            <a:off x="9480798" y="4391077"/>
            <a:ext cx="1297440" cy="214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DA6871B7-4546-C3AD-EBBD-E1E83E7CCE44}"/>
              </a:ext>
            </a:extLst>
          </p:cNvPr>
          <p:cNvGrpSpPr/>
          <p:nvPr/>
        </p:nvGrpSpPr>
        <p:grpSpPr>
          <a:xfrm>
            <a:off x="10015037" y="4518831"/>
            <a:ext cx="1325161" cy="823089"/>
            <a:chOff x="10015037" y="4518831"/>
            <a:chExt cx="1325161" cy="823089"/>
          </a:xfrm>
        </p:grpSpPr>
        <p:sp>
          <p:nvSpPr>
            <p:cNvPr id="1053" name="Arc 1052">
              <a:extLst>
                <a:ext uri="{FF2B5EF4-FFF2-40B4-BE49-F238E27FC236}">
                  <a16:creationId xmlns:a16="http://schemas.microsoft.com/office/drawing/2014/main" id="{9820AB45-350F-4758-3D5E-EC5F438AFA95}"/>
                </a:ext>
              </a:extLst>
            </p:cNvPr>
            <p:cNvSpPr/>
            <p:nvPr/>
          </p:nvSpPr>
          <p:spPr>
            <a:xfrm>
              <a:off x="10015037" y="4518831"/>
              <a:ext cx="1318379" cy="82308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C42AD5AF-DBF7-3C47-51FB-6CDAB540DA61}"/>
                </a:ext>
              </a:extLst>
            </p:cNvPr>
            <p:cNvCxnSpPr>
              <a:endCxn id="1053" idx="2"/>
            </p:cNvCxnSpPr>
            <p:nvPr/>
          </p:nvCxnSpPr>
          <p:spPr>
            <a:xfrm>
              <a:off x="11333416" y="4646380"/>
              <a:ext cx="0" cy="283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CB44DAEB-111A-1B0B-F151-935E21106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30922" y="4791395"/>
              <a:ext cx="309276" cy="1275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9" name="TextBox 1058">
            <a:extLst>
              <a:ext uri="{FF2B5EF4-FFF2-40B4-BE49-F238E27FC236}">
                <a16:creationId xmlns:a16="http://schemas.microsoft.com/office/drawing/2014/main" id="{58FBE420-2E0F-5A7F-B9B5-892822CC13BE}"/>
              </a:ext>
            </a:extLst>
          </p:cNvPr>
          <p:cNvSpPr txBox="1"/>
          <p:nvPr/>
        </p:nvSpPr>
        <p:spPr>
          <a:xfrm>
            <a:off x="10891965" y="4955467"/>
            <a:ext cx="141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Clean, Minimalist Interface</a:t>
            </a:r>
          </a:p>
        </p:txBody>
      </p:sp>
      <p:sp>
        <p:nvSpPr>
          <p:cNvPr id="1064" name="Arc 1063">
            <a:extLst>
              <a:ext uri="{FF2B5EF4-FFF2-40B4-BE49-F238E27FC236}">
                <a16:creationId xmlns:a16="http://schemas.microsoft.com/office/drawing/2014/main" id="{5ECCFAAE-040A-8654-BBE7-DB01393BAA09}"/>
              </a:ext>
            </a:extLst>
          </p:cNvPr>
          <p:cNvSpPr/>
          <p:nvPr/>
        </p:nvSpPr>
        <p:spPr>
          <a:xfrm rot="7521266">
            <a:off x="10515907" y="5751707"/>
            <a:ext cx="777348" cy="72552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AC6E5AE8-3870-D4D0-B735-AF7FCC8FA260}"/>
              </a:ext>
            </a:extLst>
          </p:cNvPr>
          <p:cNvCxnSpPr>
            <a:cxnSpLocks/>
          </p:cNvCxnSpPr>
          <p:nvPr/>
        </p:nvCxnSpPr>
        <p:spPr>
          <a:xfrm flipH="1" flipV="1">
            <a:off x="10996267" y="6308036"/>
            <a:ext cx="179543" cy="35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044093A1-32D5-81A6-AD50-1B82D8445937}"/>
              </a:ext>
            </a:extLst>
          </p:cNvPr>
          <p:cNvCxnSpPr>
            <a:cxnSpLocks/>
          </p:cNvCxnSpPr>
          <p:nvPr/>
        </p:nvCxnSpPr>
        <p:spPr>
          <a:xfrm flipV="1">
            <a:off x="11176189" y="6321474"/>
            <a:ext cx="19499" cy="178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TextBox 1068">
            <a:extLst>
              <a:ext uri="{FF2B5EF4-FFF2-40B4-BE49-F238E27FC236}">
                <a16:creationId xmlns:a16="http://schemas.microsoft.com/office/drawing/2014/main" id="{533AAE27-4442-6064-69D7-CA44351C9942}"/>
              </a:ext>
            </a:extLst>
          </p:cNvPr>
          <p:cNvSpPr txBox="1"/>
          <p:nvPr/>
        </p:nvSpPr>
        <p:spPr>
          <a:xfrm>
            <a:off x="11144466" y="5935872"/>
            <a:ext cx="1161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Quick Load Times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4ADDAB51-D20B-8316-CCF1-19D85AED5B40}"/>
              </a:ext>
            </a:extLst>
          </p:cNvPr>
          <p:cNvSpPr txBox="1"/>
          <p:nvPr/>
        </p:nvSpPr>
        <p:spPr>
          <a:xfrm>
            <a:off x="8945922" y="3991045"/>
            <a:ext cx="2505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UI/UX Design</a:t>
            </a:r>
          </a:p>
        </p:txBody>
      </p:sp>
      <p:sp>
        <p:nvSpPr>
          <p:cNvPr id="1071" name="Arc 1070">
            <a:extLst>
              <a:ext uri="{FF2B5EF4-FFF2-40B4-BE49-F238E27FC236}">
                <a16:creationId xmlns:a16="http://schemas.microsoft.com/office/drawing/2014/main" id="{6875036B-B4B4-C97A-B63B-6185600A85CE}"/>
              </a:ext>
            </a:extLst>
          </p:cNvPr>
          <p:cNvSpPr/>
          <p:nvPr/>
        </p:nvSpPr>
        <p:spPr>
          <a:xfrm>
            <a:off x="8833692" y="4508699"/>
            <a:ext cx="738933" cy="369332"/>
          </a:xfrm>
          <a:prstGeom prst="arc">
            <a:avLst>
              <a:gd name="adj1" fmla="val 10371013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7137F5DB-168C-0B5D-AF76-94C60308AAB3}"/>
              </a:ext>
            </a:extLst>
          </p:cNvPr>
          <p:cNvSpPr txBox="1"/>
          <p:nvPr/>
        </p:nvSpPr>
        <p:spPr>
          <a:xfrm>
            <a:off x="8590505" y="4826298"/>
            <a:ext cx="9648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Consistent </a:t>
            </a:r>
          </a:p>
          <a:p>
            <a:r>
              <a:rPr lang="en-US" sz="1000" b="1">
                <a:solidFill>
                  <a:srgbClr val="003366"/>
                </a:solidFill>
              </a:rPr>
              <a:t>Visual Identity</a:t>
            </a:r>
          </a:p>
        </p:txBody>
      </p: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96F53FBF-1B90-BA15-C9E5-C030A45E7AD5}"/>
              </a:ext>
            </a:extLst>
          </p:cNvPr>
          <p:cNvCxnSpPr>
            <a:cxnSpLocks/>
          </p:cNvCxnSpPr>
          <p:nvPr/>
        </p:nvCxnSpPr>
        <p:spPr>
          <a:xfrm flipH="1" flipV="1">
            <a:off x="8767775" y="4582660"/>
            <a:ext cx="73158" cy="148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D52C3845-E3DA-89C6-C0B4-A27AB3E70275}"/>
              </a:ext>
            </a:extLst>
          </p:cNvPr>
          <p:cNvCxnSpPr>
            <a:cxnSpLocks/>
          </p:cNvCxnSpPr>
          <p:nvPr/>
        </p:nvCxnSpPr>
        <p:spPr>
          <a:xfrm flipV="1">
            <a:off x="8847006" y="4657322"/>
            <a:ext cx="157227" cy="59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1" name="Arc 1080">
            <a:extLst>
              <a:ext uri="{FF2B5EF4-FFF2-40B4-BE49-F238E27FC236}">
                <a16:creationId xmlns:a16="http://schemas.microsoft.com/office/drawing/2014/main" id="{DB0DCC7F-A632-6191-1228-0F644B596EAD}"/>
              </a:ext>
            </a:extLst>
          </p:cNvPr>
          <p:cNvSpPr/>
          <p:nvPr/>
        </p:nvSpPr>
        <p:spPr>
          <a:xfrm rot="8091640">
            <a:off x="8774214" y="5303817"/>
            <a:ext cx="877416" cy="137068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D3D50DFE-F856-6772-1484-22D3EA1B5C79}"/>
              </a:ext>
            </a:extLst>
          </p:cNvPr>
          <p:cNvCxnSpPr>
            <a:cxnSpLocks/>
          </p:cNvCxnSpPr>
          <p:nvPr/>
        </p:nvCxnSpPr>
        <p:spPr>
          <a:xfrm flipH="1" flipV="1">
            <a:off x="8915882" y="6290307"/>
            <a:ext cx="176701" cy="17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25CCF0B2-C499-1ADD-5EE7-ED618826BAAA}"/>
              </a:ext>
            </a:extLst>
          </p:cNvPr>
          <p:cNvCxnSpPr>
            <a:cxnSpLocks/>
          </p:cNvCxnSpPr>
          <p:nvPr/>
        </p:nvCxnSpPr>
        <p:spPr>
          <a:xfrm>
            <a:off x="8892704" y="6309757"/>
            <a:ext cx="22799" cy="100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Box 2047">
            <a:extLst>
              <a:ext uri="{FF2B5EF4-FFF2-40B4-BE49-F238E27FC236}">
                <a16:creationId xmlns:a16="http://schemas.microsoft.com/office/drawing/2014/main" id="{8CE24EEF-2C9B-5F32-9828-AF9C2FE0C05D}"/>
              </a:ext>
            </a:extLst>
          </p:cNvPr>
          <p:cNvSpPr txBox="1"/>
          <p:nvPr/>
        </p:nvSpPr>
        <p:spPr>
          <a:xfrm>
            <a:off x="8575181" y="5571423"/>
            <a:ext cx="10849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Seamless</a:t>
            </a:r>
            <a:r>
              <a:rPr lang="en-US"/>
              <a:t> </a:t>
            </a:r>
          </a:p>
          <a:p>
            <a:r>
              <a:rPr lang="en-US" sz="1000" b="1">
                <a:solidFill>
                  <a:srgbClr val="003366"/>
                </a:solidFill>
              </a:rPr>
              <a:t>user-experience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7A963F-E295-299A-6ABF-CFCC3004EFE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97211" y="1687287"/>
            <a:ext cx="2629149" cy="1673064"/>
          </a:xfrm>
          <a:prstGeom prst="rect">
            <a:avLst/>
          </a:prstGeom>
          <a:ln>
            <a:noFill/>
          </a:ln>
        </p:spPr>
      </p:pic>
      <p:pic>
        <p:nvPicPr>
          <p:cNvPr id="2050" name="Picture 2049">
            <a:extLst>
              <a:ext uri="{FF2B5EF4-FFF2-40B4-BE49-F238E27FC236}">
                <a16:creationId xmlns:a16="http://schemas.microsoft.com/office/drawing/2014/main" id="{9DF1BDE0-2432-B98C-C58F-8FB32A419AB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r="12501"/>
          <a:stretch/>
        </p:blipFill>
        <p:spPr>
          <a:xfrm>
            <a:off x="6542419" y="5402899"/>
            <a:ext cx="1716776" cy="410900"/>
          </a:xfrm>
          <a:prstGeom prst="rect">
            <a:avLst/>
          </a:prstGeom>
        </p:spPr>
      </p:pic>
      <p:pic>
        <p:nvPicPr>
          <p:cNvPr id="2052" name="Picture 19" descr="Finshots | Financial News made simple">
            <a:extLst>
              <a:ext uri="{FF2B5EF4-FFF2-40B4-BE49-F238E27FC236}">
                <a16:creationId xmlns:a16="http://schemas.microsoft.com/office/drawing/2014/main" id="{00DBD99B-F88E-1789-91A1-C1F9C82A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049" y="29996"/>
            <a:ext cx="428626" cy="4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73DAEB-54E7-1CF0-8A93-9BE4207BBE68}"/>
              </a:ext>
            </a:extLst>
          </p:cNvPr>
          <p:cNvSpPr txBox="1"/>
          <p:nvPr/>
        </p:nvSpPr>
        <p:spPr>
          <a:xfrm>
            <a:off x="4247431" y="2167212"/>
            <a:ext cx="81433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Newsletter Subscriber Growth</a:t>
            </a:r>
          </a:p>
        </p:txBody>
      </p:sp>
      <p:cxnSp>
        <p:nvCxnSpPr>
          <p:cNvPr id="2166" name="Straight Connector 2165">
            <a:extLst>
              <a:ext uri="{FF2B5EF4-FFF2-40B4-BE49-F238E27FC236}">
                <a16:creationId xmlns:a16="http://schemas.microsoft.com/office/drawing/2014/main" id="{1BC4D651-37C3-D91F-7947-9A3CDC1378AE}"/>
              </a:ext>
            </a:extLst>
          </p:cNvPr>
          <p:cNvCxnSpPr>
            <a:cxnSpLocks/>
          </p:cNvCxnSpPr>
          <p:nvPr/>
        </p:nvCxnSpPr>
        <p:spPr>
          <a:xfrm>
            <a:off x="5036060" y="1687285"/>
            <a:ext cx="9071" cy="1690563"/>
          </a:xfrm>
          <a:prstGeom prst="line">
            <a:avLst/>
          </a:prstGeom>
          <a:ln w="38100">
            <a:solidFill>
              <a:srgbClr val="003366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13" name="Picture 2412" descr="A red and white logo with a bell&#10;&#10;Description automatically generated">
            <a:extLst>
              <a:ext uri="{FF2B5EF4-FFF2-40B4-BE49-F238E27FC236}">
                <a16:creationId xmlns:a16="http://schemas.microsoft.com/office/drawing/2014/main" id="{EF27BE9A-79E5-72BB-4A5A-E609B46C22C8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r="14063" b="39"/>
          <a:stretch/>
        </p:blipFill>
        <p:spPr>
          <a:xfrm>
            <a:off x="7176495" y="2214420"/>
            <a:ext cx="296888" cy="370106"/>
          </a:xfrm>
          <a:prstGeom prst="rect">
            <a:avLst/>
          </a:prstGeom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F80566E-80C1-AFE7-34C8-6E5765B0EBD4}"/>
              </a:ext>
            </a:extLst>
          </p:cNvPr>
          <p:cNvGrpSpPr/>
          <p:nvPr/>
        </p:nvGrpSpPr>
        <p:grpSpPr>
          <a:xfrm>
            <a:off x="7092149" y="1671951"/>
            <a:ext cx="1669486" cy="1651621"/>
            <a:chOff x="7883070" y="1670940"/>
            <a:chExt cx="1669486" cy="1651621"/>
          </a:xfrm>
        </p:grpSpPr>
        <p:sp>
          <p:nvSpPr>
            <p:cNvPr id="2203" name="Rectangle: Rounded Corners 2202">
              <a:extLst>
                <a:ext uri="{FF2B5EF4-FFF2-40B4-BE49-F238E27FC236}">
                  <a16:creationId xmlns:a16="http://schemas.microsoft.com/office/drawing/2014/main" id="{00F1AF45-AFB9-F541-D457-F48B0FB6A05F}"/>
                </a:ext>
              </a:extLst>
            </p:cNvPr>
            <p:cNvSpPr/>
            <p:nvPr/>
          </p:nvSpPr>
          <p:spPr>
            <a:xfrm>
              <a:off x="7883070" y="1771347"/>
              <a:ext cx="1469571" cy="1551214"/>
            </a:xfrm>
            <a:custGeom>
              <a:avLst/>
              <a:gdLst>
                <a:gd name="connsiteX0" fmla="*/ 0 w 1469571"/>
                <a:gd name="connsiteY0" fmla="*/ 244933 h 1551214"/>
                <a:gd name="connsiteX1" fmla="*/ 244933 w 1469571"/>
                <a:gd name="connsiteY1" fmla="*/ 0 h 1551214"/>
                <a:gd name="connsiteX2" fmla="*/ 754380 w 1469571"/>
                <a:gd name="connsiteY2" fmla="*/ 0 h 1551214"/>
                <a:gd name="connsiteX3" fmla="*/ 1224638 w 1469571"/>
                <a:gd name="connsiteY3" fmla="*/ 0 h 1551214"/>
                <a:gd name="connsiteX4" fmla="*/ 1469571 w 1469571"/>
                <a:gd name="connsiteY4" fmla="*/ 244933 h 1551214"/>
                <a:gd name="connsiteX5" fmla="*/ 1469571 w 1469571"/>
                <a:gd name="connsiteY5" fmla="*/ 754380 h 1551214"/>
                <a:gd name="connsiteX6" fmla="*/ 1469571 w 1469571"/>
                <a:gd name="connsiteY6" fmla="*/ 1306281 h 1551214"/>
                <a:gd name="connsiteX7" fmla="*/ 1224638 w 1469571"/>
                <a:gd name="connsiteY7" fmla="*/ 1551214 h 1551214"/>
                <a:gd name="connsiteX8" fmla="*/ 724988 w 1469571"/>
                <a:gd name="connsiteY8" fmla="*/ 1551214 h 1551214"/>
                <a:gd name="connsiteX9" fmla="*/ 244933 w 1469571"/>
                <a:gd name="connsiteY9" fmla="*/ 1551214 h 1551214"/>
                <a:gd name="connsiteX10" fmla="*/ 0 w 1469571"/>
                <a:gd name="connsiteY10" fmla="*/ 1306281 h 1551214"/>
                <a:gd name="connsiteX11" fmla="*/ 0 w 1469571"/>
                <a:gd name="connsiteY11" fmla="*/ 775607 h 1551214"/>
                <a:gd name="connsiteX12" fmla="*/ 0 w 1469571"/>
                <a:gd name="connsiteY12" fmla="*/ 244933 h 1551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9571" h="1551214" extrusionOk="0">
                  <a:moveTo>
                    <a:pt x="0" y="244933"/>
                  </a:moveTo>
                  <a:cubicBezTo>
                    <a:pt x="-7446" y="86285"/>
                    <a:pt x="91296" y="1581"/>
                    <a:pt x="244933" y="0"/>
                  </a:cubicBezTo>
                  <a:cubicBezTo>
                    <a:pt x="450642" y="-16810"/>
                    <a:pt x="588564" y="5393"/>
                    <a:pt x="754380" y="0"/>
                  </a:cubicBezTo>
                  <a:cubicBezTo>
                    <a:pt x="920196" y="-5393"/>
                    <a:pt x="1064988" y="25775"/>
                    <a:pt x="1224638" y="0"/>
                  </a:cubicBezTo>
                  <a:cubicBezTo>
                    <a:pt x="1353317" y="4577"/>
                    <a:pt x="1455321" y="96838"/>
                    <a:pt x="1469571" y="244933"/>
                  </a:cubicBezTo>
                  <a:cubicBezTo>
                    <a:pt x="1519680" y="404172"/>
                    <a:pt x="1430003" y="566313"/>
                    <a:pt x="1469571" y="754380"/>
                  </a:cubicBezTo>
                  <a:cubicBezTo>
                    <a:pt x="1509139" y="942447"/>
                    <a:pt x="1431190" y="1175664"/>
                    <a:pt x="1469571" y="1306281"/>
                  </a:cubicBezTo>
                  <a:cubicBezTo>
                    <a:pt x="1451748" y="1448957"/>
                    <a:pt x="1365530" y="1540008"/>
                    <a:pt x="1224638" y="1551214"/>
                  </a:cubicBezTo>
                  <a:cubicBezTo>
                    <a:pt x="1075227" y="1604391"/>
                    <a:pt x="871736" y="1531403"/>
                    <a:pt x="724988" y="1551214"/>
                  </a:cubicBezTo>
                  <a:cubicBezTo>
                    <a:pt x="578240" y="1571025"/>
                    <a:pt x="341443" y="1514294"/>
                    <a:pt x="244933" y="1551214"/>
                  </a:cubicBezTo>
                  <a:cubicBezTo>
                    <a:pt x="134459" y="1569073"/>
                    <a:pt x="18245" y="1460993"/>
                    <a:pt x="0" y="1306281"/>
                  </a:cubicBezTo>
                  <a:cubicBezTo>
                    <a:pt x="-1997" y="1136472"/>
                    <a:pt x="32400" y="1011203"/>
                    <a:pt x="0" y="775607"/>
                  </a:cubicBezTo>
                  <a:cubicBezTo>
                    <a:pt x="-32400" y="540011"/>
                    <a:pt x="45192" y="467724"/>
                    <a:pt x="0" y="244933"/>
                  </a:cubicBezTo>
                  <a:close/>
                </a:path>
              </a:pathLst>
            </a:custGeom>
            <a:noFill/>
            <a:ln>
              <a:solidFill>
                <a:srgbClr val="FF0F1C"/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60" name="Picture 2059" descr="Youtube Logo Images – Browse 25,505 Stock Photos, Vectors ...">
              <a:extLst>
                <a:ext uri="{FF2B5EF4-FFF2-40B4-BE49-F238E27FC236}">
                  <a16:creationId xmlns:a16="http://schemas.microsoft.com/office/drawing/2014/main" id="{56E57227-64F7-0A88-A669-23CDF013F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rcRect l="22666" t="23428" r="21614" b="25543"/>
            <a:stretch/>
          </p:blipFill>
          <p:spPr>
            <a:xfrm>
              <a:off x="9093607" y="1670940"/>
              <a:ext cx="458949" cy="33849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32" name="Rectangle: Rounded Corners 2431">
              <a:extLst>
                <a:ext uri="{FF2B5EF4-FFF2-40B4-BE49-F238E27FC236}">
                  <a16:creationId xmlns:a16="http://schemas.microsoft.com/office/drawing/2014/main" id="{2E4789B7-7CF4-5F66-E8CB-1CA535876D81}"/>
                </a:ext>
              </a:extLst>
            </p:cNvPr>
            <p:cNvSpPr/>
            <p:nvPr/>
          </p:nvSpPr>
          <p:spPr>
            <a:xfrm>
              <a:off x="8227582" y="2226969"/>
              <a:ext cx="1018918" cy="353015"/>
            </a:xfrm>
            <a:prstGeom prst="roundRect">
              <a:avLst/>
            </a:prstGeom>
            <a:solidFill>
              <a:srgbClr val="E70E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51" name="Picture 2450" descr="A red and white number&#10;&#10;Description automatically generated">
              <a:extLst>
                <a:ext uri="{FF2B5EF4-FFF2-40B4-BE49-F238E27FC236}">
                  <a16:creationId xmlns:a16="http://schemas.microsoft.com/office/drawing/2014/main" id="{D4EEDD61-5B0D-AACA-1089-FF24178D3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461923" y="2296446"/>
              <a:ext cx="599908" cy="227537"/>
            </a:xfrm>
            <a:prstGeom prst="rect">
              <a:avLst/>
            </a:prstGeom>
            <a:ln>
              <a:noFill/>
            </a:ln>
          </p:spPr>
        </p:pic>
        <p:sp>
          <p:nvSpPr>
            <p:cNvPr id="2507" name="Rectangle: Rounded Corners 2506">
              <a:extLst>
                <a:ext uri="{FF2B5EF4-FFF2-40B4-BE49-F238E27FC236}">
                  <a16:creationId xmlns:a16="http://schemas.microsoft.com/office/drawing/2014/main" id="{8F2C7F76-DED8-874F-787D-2BD0DA3FE0E0}"/>
                </a:ext>
              </a:extLst>
            </p:cNvPr>
            <p:cNvSpPr/>
            <p:nvPr/>
          </p:nvSpPr>
          <p:spPr>
            <a:xfrm>
              <a:off x="8386178" y="2711923"/>
              <a:ext cx="844427" cy="379987"/>
            </a:xfrm>
            <a:prstGeom prst="roundRect">
              <a:avLst/>
            </a:prstGeom>
            <a:solidFill>
              <a:srgbClr val="E70E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79" name="Picture 2478" descr="A red rectangle with white symbols&#10;&#10;Description automatically generated">
              <a:extLst>
                <a:ext uri="{FF2B5EF4-FFF2-40B4-BE49-F238E27FC236}">
                  <a16:creationId xmlns:a16="http://schemas.microsoft.com/office/drawing/2014/main" id="{1B40DA85-CA4E-44A4-F4E6-CC86BFD66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rcRect l="-1732" t="-982" r="54616" b="-14072"/>
            <a:stretch/>
          </p:blipFill>
          <p:spPr>
            <a:xfrm>
              <a:off x="7987379" y="2683346"/>
              <a:ext cx="462674" cy="47053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644" name="Picture 2643" descr="A red sign with white letters&#10;&#10;Description automatically generated">
              <a:extLst>
                <a:ext uri="{FF2B5EF4-FFF2-40B4-BE49-F238E27FC236}">
                  <a16:creationId xmlns:a16="http://schemas.microsoft.com/office/drawing/2014/main" id="{01D42F46-A616-4456-59F8-435CBAD0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384282" y="2813102"/>
              <a:ext cx="833007" cy="192707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C6C0223-F7FC-A047-709F-68E95A9F2E98}"/>
              </a:ext>
            </a:extLst>
          </p:cNvPr>
          <p:cNvGrpSpPr/>
          <p:nvPr/>
        </p:nvGrpSpPr>
        <p:grpSpPr>
          <a:xfrm>
            <a:off x="5378908" y="1696803"/>
            <a:ext cx="1599089" cy="1625246"/>
            <a:chOff x="5518608" y="1709503"/>
            <a:chExt cx="1599089" cy="1625246"/>
          </a:xfrm>
        </p:grpSpPr>
        <p:pic>
          <p:nvPicPr>
            <p:cNvPr id="2083" name="Picture 2082" descr="A red line with black text and a rocket&#10;&#10;Description automatically generated">
              <a:extLst>
                <a:ext uri="{FF2B5EF4-FFF2-40B4-BE49-F238E27FC236}">
                  <a16:creationId xmlns:a16="http://schemas.microsoft.com/office/drawing/2014/main" id="{285B4232-461B-5CB4-424E-5FD6FFA9D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rcRect t="-2025" r="5632" b="143"/>
            <a:stretch/>
          </p:blipFill>
          <p:spPr>
            <a:xfrm>
              <a:off x="5640025" y="1854810"/>
              <a:ext cx="1246842" cy="1398329"/>
            </a:xfrm>
            <a:prstGeom prst="rect">
              <a:avLst/>
            </a:prstGeom>
            <a:ln>
              <a:noFill/>
            </a:ln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F9469CD-A721-AE82-B2BC-6687F1E52B45}"/>
                </a:ext>
              </a:extLst>
            </p:cNvPr>
            <p:cNvSpPr/>
            <p:nvPr/>
          </p:nvSpPr>
          <p:spPr>
            <a:xfrm>
              <a:off x="5518608" y="1783535"/>
              <a:ext cx="1469571" cy="1551214"/>
            </a:xfrm>
            <a:custGeom>
              <a:avLst/>
              <a:gdLst>
                <a:gd name="connsiteX0" fmla="*/ 0 w 1469571"/>
                <a:gd name="connsiteY0" fmla="*/ 244933 h 1551214"/>
                <a:gd name="connsiteX1" fmla="*/ 244933 w 1469571"/>
                <a:gd name="connsiteY1" fmla="*/ 0 h 1551214"/>
                <a:gd name="connsiteX2" fmla="*/ 754380 w 1469571"/>
                <a:gd name="connsiteY2" fmla="*/ 0 h 1551214"/>
                <a:gd name="connsiteX3" fmla="*/ 1224638 w 1469571"/>
                <a:gd name="connsiteY3" fmla="*/ 0 h 1551214"/>
                <a:gd name="connsiteX4" fmla="*/ 1469571 w 1469571"/>
                <a:gd name="connsiteY4" fmla="*/ 244933 h 1551214"/>
                <a:gd name="connsiteX5" fmla="*/ 1469571 w 1469571"/>
                <a:gd name="connsiteY5" fmla="*/ 754380 h 1551214"/>
                <a:gd name="connsiteX6" fmla="*/ 1469571 w 1469571"/>
                <a:gd name="connsiteY6" fmla="*/ 1306281 h 1551214"/>
                <a:gd name="connsiteX7" fmla="*/ 1224638 w 1469571"/>
                <a:gd name="connsiteY7" fmla="*/ 1551214 h 1551214"/>
                <a:gd name="connsiteX8" fmla="*/ 724988 w 1469571"/>
                <a:gd name="connsiteY8" fmla="*/ 1551214 h 1551214"/>
                <a:gd name="connsiteX9" fmla="*/ 244933 w 1469571"/>
                <a:gd name="connsiteY9" fmla="*/ 1551214 h 1551214"/>
                <a:gd name="connsiteX10" fmla="*/ 0 w 1469571"/>
                <a:gd name="connsiteY10" fmla="*/ 1306281 h 1551214"/>
                <a:gd name="connsiteX11" fmla="*/ 0 w 1469571"/>
                <a:gd name="connsiteY11" fmla="*/ 775607 h 1551214"/>
                <a:gd name="connsiteX12" fmla="*/ 0 w 1469571"/>
                <a:gd name="connsiteY12" fmla="*/ 244933 h 1551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9571" h="1551214" extrusionOk="0">
                  <a:moveTo>
                    <a:pt x="0" y="244933"/>
                  </a:moveTo>
                  <a:cubicBezTo>
                    <a:pt x="-7446" y="86285"/>
                    <a:pt x="91296" y="1581"/>
                    <a:pt x="244933" y="0"/>
                  </a:cubicBezTo>
                  <a:cubicBezTo>
                    <a:pt x="450642" y="-16810"/>
                    <a:pt x="588564" y="5393"/>
                    <a:pt x="754380" y="0"/>
                  </a:cubicBezTo>
                  <a:cubicBezTo>
                    <a:pt x="920196" y="-5393"/>
                    <a:pt x="1064988" y="25775"/>
                    <a:pt x="1224638" y="0"/>
                  </a:cubicBezTo>
                  <a:cubicBezTo>
                    <a:pt x="1353317" y="4577"/>
                    <a:pt x="1455321" y="96838"/>
                    <a:pt x="1469571" y="244933"/>
                  </a:cubicBezTo>
                  <a:cubicBezTo>
                    <a:pt x="1519680" y="404172"/>
                    <a:pt x="1430003" y="566313"/>
                    <a:pt x="1469571" y="754380"/>
                  </a:cubicBezTo>
                  <a:cubicBezTo>
                    <a:pt x="1509139" y="942447"/>
                    <a:pt x="1431190" y="1175664"/>
                    <a:pt x="1469571" y="1306281"/>
                  </a:cubicBezTo>
                  <a:cubicBezTo>
                    <a:pt x="1451748" y="1448957"/>
                    <a:pt x="1365530" y="1540008"/>
                    <a:pt x="1224638" y="1551214"/>
                  </a:cubicBezTo>
                  <a:cubicBezTo>
                    <a:pt x="1075227" y="1604391"/>
                    <a:pt x="871736" y="1531403"/>
                    <a:pt x="724988" y="1551214"/>
                  </a:cubicBezTo>
                  <a:cubicBezTo>
                    <a:pt x="578240" y="1571025"/>
                    <a:pt x="341443" y="1514294"/>
                    <a:pt x="244933" y="1551214"/>
                  </a:cubicBezTo>
                  <a:cubicBezTo>
                    <a:pt x="134459" y="1569073"/>
                    <a:pt x="18245" y="1460993"/>
                    <a:pt x="0" y="1306281"/>
                  </a:cubicBezTo>
                  <a:cubicBezTo>
                    <a:pt x="-1997" y="1136472"/>
                    <a:pt x="32400" y="1011203"/>
                    <a:pt x="0" y="775607"/>
                  </a:cubicBezTo>
                  <a:cubicBezTo>
                    <a:pt x="-32400" y="540011"/>
                    <a:pt x="45192" y="467724"/>
                    <a:pt x="0" y="244933"/>
                  </a:cubicBezTo>
                  <a:close/>
                </a:path>
              </a:pathLst>
            </a:custGeom>
            <a:noFill/>
            <a:ln>
              <a:solidFill>
                <a:srgbClr val="FFAC4C"/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File:Instagram logo 2016.svg - Wikipedia">
              <a:extLst>
                <a:ext uri="{FF2B5EF4-FFF2-40B4-BE49-F238E27FC236}">
                  <a16:creationId xmlns:a16="http://schemas.microsoft.com/office/drawing/2014/main" id="{BEAD33DA-F5A7-728B-43EF-543E9E6A8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flipH="1">
              <a:off x="6778851" y="1709503"/>
              <a:ext cx="338846" cy="333403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398" name="Group 2397">
            <a:extLst>
              <a:ext uri="{FF2B5EF4-FFF2-40B4-BE49-F238E27FC236}">
                <a16:creationId xmlns:a16="http://schemas.microsoft.com/office/drawing/2014/main" id="{B62FD0F2-394A-929B-6304-5AFE47532F76}"/>
              </a:ext>
            </a:extLst>
          </p:cNvPr>
          <p:cNvGrpSpPr/>
          <p:nvPr/>
        </p:nvGrpSpPr>
        <p:grpSpPr>
          <a:xfrm>
            <a:off x="8844077" y="1580128"/>
            <a:ext cx="1563543" cy="1738200"/>
            <a:chOff x="8948174" y="1586478"/>
            <a:chExt cx="1563543" cy="1738200"/>
          </a:xfrm>
        </p:grpSpPr>
        <p:sp>
          <p:nvSpPr>
            <p:cNvPr id="2663" name="Rectangle: Rounded Corners 2662">
              <a:extLst>
                <a:ext uri="{FF2B5EF4-FFF2-40B4-BE49-F238E27FC236}">
                  <a16:creationId xmlns:a16="http://schemas.microsoft.com/office/drawing/2014/main" id="{A8F0A7A2-1F7D-D13D-DD90-82AB307BAFEB}"/>
                </a:ext>
              </a:extLst>
            </p:cNvPr>
            <p:cNvSpPr/>
            <p:nvPr/>
          </p:nvSpPr>
          <p:spPr>
            <a:xfrm>
              <a:off x="8948174" y="1773464"/>
              <a:ext cx="1469571" cy="1551214"/>
            </a:xfrm>
            <a:custGeom>
              <a:avLst/>
              <a:gdLst>
                <a:gd name="connsiteX0" fmla="*/ 0 w 1469571"/>
                <a:gd name="connsiteY0" fmla="*/ 244933 h 1551214"/>
                <a:gd name="connsiteX1" fmla="*/ 244933 w 1469571"/>
                <a:gd name="connsiteY1" fmla="*/ 0 h 1551214"/>
                <a:gd name="connsiteX2" fmla="*/ 754380 w 1469571"/>
                <a:gd name="connsiteY2" fmla="*/ 0 h 1551214"/>
                <a:gd name="connsiteX3" fmla="*/ 1224638 w 1469571"/>
                <a:gd name="connsiteY3" fmla="*/ 0 h 1551214"/>
                <a:gd name="connsiteX4" fmla="*/ 1469571 w 1469571"/>
                <a:gd name="connsiteY4" fmla="*/ 244933 h 1551214"/>
                <a:gd name="connsiteX5" fmla="*/ 1469571 w 1469571"/>
                <a:gd name="connsiteY5" fmla="*/ 754380 h 1551214"/>
                <a:gd name="connsiteX6" fmla="*/ 1469571 w 1469571"/>
                <a:gd name="connsiteY6" fmla="*/ 1306281 h 1551214"/>
                <a:gd name="connsiteX7" fmla="*/ 1224638 w 1469571"/>
                <a:gd name="connsiteY7" fmla="*/ 1551214 h 1551214"/>
                <a:gd name="connsiteX8" fmla="*/ 724988 w 1469571"/>
                <a:gd name="connsiteY8" fmla="*/ 1551214 h 1551214"/>
                <a:gd name="connsiteX9" fmla="*/ 244933 w 1469571"/>
                <a:gd name="connsiteY9" fmla="*/ 1551214 h 1551214"/>
                <a:gd name="connsiteX10" fmla="*/ 0 w 1469571"/>
                <a:gd name="connsiteY10" fmla="*/ 1306281 h 1551214"/>
                <a:gd name="connsiteX11" fmla="*/ 0 w 1469571"/>
                <a:gd name="connsiteY11" fmla="*/ 775607 h 1551214"/>
                <a:gd name="connsiteX12" fmla="*/ 0 w 1469571"/>
                <a:gd name="connsiteY12" fmla="*/ 244933 h 1551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9571" h="1551214" extrusionOk="0">
                  <a:moveTo>
                    <a:pt x="0" y="244933"/>
                  </a:moveTo>
                  <a:cubicBezTo>
                    <a:pt x="-7446" y="86285"/>
                    <a:pt x="91296" y="1581"/>
                    <a:pt x="244933" y="0"/>
                  </a:cubicBezTo>
                  <a:cubicBezTo>
                    <a:pt x="450642" y="-16810"/>
                    <a:pt x="588564" y="5393"/>
                    <a:pt x="754380" y="0"/>
                  </a:cubicBezTo>
                  <a:cubicBezTo>
                    <a:pt x="920196" y="-5393"/>
                    <a:pt x="1064988" y="25775"/>
                    <a:pt x="1224638" y="0"/>
                  </a:cubicBezTo>
                  <a:cubicBezTo>
                    <a:pt x="1353317" y="4577"/>
                    <a:pt x="1455321" y="96838"/>
                    <a:pt x="1469571" y="244933"/>
                  </a:cubicBezTo>
                  <a:cubicBezTo>
                    <a:pt x="1519680" y="404172"/>
                    <a:pt x="1430003" y="566313"/>
                    <a:pt x="1469571" y="754380"/>
                  </a:cubicBezTo>
                  <a:cubicBezTo>
                    <a:pt x="1509139" y="942447"/>
                    <a:pt x="1431190" y="1175664"/>
                    <a:pt x="1469571" y="1306281"/>
                  </a:cubicBezTo>
                  <a:cubicBezTo>
                    <a:pt x="1451748" y="1448957"/>
                    <a:pt x="1365530" y="1540008"/>
                    <a:pt x="1224638" y="1551214"/>
                  </a:cubicBezTo>
                  <a:cubicBezTo>
                    <a:pt x="1075227" y="1604391"/>
                    <a:pt x="871736" y="1531403"/>
                    <a:pt x="724988" y="1551214"/>
                  </a:cubicBezTo>
                  <a:cubicBezTo>
                    <a:pt x="578240" y="1571025"/>
                    <a:pt x="341443" y="1514294"/>
                    <a:pt x="244933" y="1551214"/>
                  </a:cubicBezTo>
                  <a:cubicBezTo>
                    <a:pt x="134459" y="1569073"/>
                    <a:pt x="18245" y="1460993"/>
                    <a:pt x="0" y="1306281"/>
                  </a:cubicBezTo>
                  <a:cubicBezTo>
                    <a:pt x="-1997" y="1136472"/>
                    <a:pt x="32400" y="1011203"/>
                    <a:pt x="0" y="775607"/>
                  </a:cubicBezTo>
                  <a:cubicBezTo>
                    <a:pt x="-32400" y="540011"/>
                    <a:pt x="45192" y="467724"/>
                    <a:pt x="0" y="244933"/>
                  </a:cubicBezTo>
                  <a:close/>
                </a:path>
              </a:pathLst>
            </a:custGeom>
            <a:noFill/>
            <a:ln>
              <a:solidFill>
                <a:srgbClr val="1ED760"/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73" name="Picture 2072" descr="Logo and Brand Assets — Spotify">
              <a:extLst>
                <a:ext uri="{FF2B5EF4-FFF2-40B4-BE49-F238E27FC236}">
                  <a16:creationId xmlns:a16="http://schemas.microsoft.com/office/drawing/2014/main" id="{AF11A19A-F933-A1E0-54C6-D71935A7E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9116519" y="2477776"/>
              <a:ext cx="299887" cy="280756"/>
            </a:xfrm>
            <a:prstGeom prst="rect">
              <a:avLst/>
            </a:prstGeom>
          </p:spPr>
        </p:pic>
        <p:pic>
          <p:nvPicPr>
            <p:cNvPr id="2727" name="Picture 2726">
              <a:extLst>
                <a:ext uri="{FF2B5EF4-FFF2-40B4-BE49-F238E27FC236}">
                  <a16:creationId xmlns:a16="http://schemas.microsoft.com/office/drawing/2014/main" id="{0ABF812F-EE41-14F1-20E2-C6BF8682E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rcRect l="3867" t="-3714" r="-1901" b="-2208"/>
            <a:stretch/>
          </p:blipFill>
          <p:spPr>
            <a:xfrm>
              <a:off x="10255490" y="1586478"/>
              <a:ext cx="256227" cy="48669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55" name="Picture 2754">
              <a:extLst>
                <a:ext uri="{FF2B5EF4-FFF2-40B4-BE49-F238E27FC236}">
                  <a16:creationId xmlns:a16="http://schemas.microsoft.com/office/drawing/2014/main" id="{563F29D7-B598-C2AB-DE5D-17CF72E13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9096079" y="2105719"/>
              <a:ext cx="1156979" cy="156226"/>
            </a:xfrm>
            <a:prstGeom prst="rect">
              <a:avLst/>
            </a:prstGeom>
          </p:spPr>
        </p:pic>
        <p:pic>
          <p:nvPicPr>
            <p:cNvPr id="2772" name="Picture 2771" descr="File:Podcasts (iOS).svg - Wikipedia">
              <a:extLst>
                <a:ext uri="{FF2B5EF4-FFF2-40B4-BE49-F238E27FC236}">
                  <a16:creationId xmlns:a16="http://schemas.microsoft.com/office/drawing/2014/main" id="{08BEDAE1-6090-9952-1136-08DC71CED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9543685" y="2479507"/>
              <a:ext cx="285842" cy="282195"/>
            </a:xfrm>
            <a:prstGeom prst="rect">
              <a:avLst/>
            </a:prstGeom>
          </p:spPr>
        </p:pic>
        <p:pic>
          <p:nvPicPr>
            <p:cNvPr id="2774" name="Picture 2773" descr="Amazon Music | Radio Health Journal Podcast &amp; Digital Outlets">
              <a:extLst>
                <a:ext uri="{FF2B5EF4-FFF2-40B4-BE49-F238E27FC236}">
                  <a16:creationId xmlns:a16="http://schemas.microsoft.com/office/drawing/2014/main" id="{C6A58D2D-ACAE-BB9E-C388-A1776D762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9979876" y="2475657"/>
              <a:ext cx="292131" cy="289898"/>
            </a:xfrm>
            <a:prstGeom prst="rect">
              <a:avLst/>
            </a:prstGeom>
          </p:spPr>
        </p:pic>
        <p:pic>
          <p:nvPicPr>
            <p:cNvPr id="2775" name="Picture 2774" descr="JioSaavn">
              <a:extLst>
                <a:ext uri="{FF2B5EF4-FFF2-40B4-BE49-F238E27FC236}">
                  <a16:creationId xmlns:a16="http://schemas.microsoft.com/office/drawing/2014/main" id="{61558E04-A0BB-3EA4-B668-B1DF43C72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9267664" y="2845172"/>
              <a:ext cx="309222" cy="31286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77" name="Picture 2776" descr="File:Audible logo.svg - Wikimedia Commons">
              <a:extLst>
                <a:ext uri="{FF2B5EF4-FFF2-40B4-BE49-F238E27FC236}">
                  <a16:creationId xmlns:a16="http://schemas.microsoft.com/office/drawing/2014/main" id="{0AA9E64A-3BA3-6DB8-EDE7-EA90CF86D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9660357" y="2894776"/>
              <a:ext cx="453554" cy="210012"/>
            </a:xfrm>
            <a:prstGeom prst="rect">
              <a:avLst/>
            </a:prstGeom>
          </p:spPr>
        </p:pic>
      </p:grpSp>
      <p:sp>
        <p:nvSpPr>
          <p:cNvPr id="2408" name="TextBox 2407">
            <a:extLst>
              <a:ext uri="{FF2B5EF4-FFF2-40B4-BE49-F238E27FC236}">
                <a16:creationId xmlns:a16="http://schemas.microsoft.com/office/drawing/2014/main" id="{ADB9C9A2-DBAC-D3E3-F7EA-DC35980DD576}"/>
              </a:ext>
            </a:extLst>
          </p:cNvPr>
          <p:cNvSpPr txBox="1"/>
          <p:nvPr/>
        </p:nvSpPr>
        <p:spPr>
          <a:xfrm>
            <a:off x="5663480" y="1557612"/>
            <a:ext cx="90323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@finshots.in</a:t>
            </a:r>
            <a:endParaRPr lang="en-US"/>
          </a:p>
        </p:txBody>
      </p:sp>
      <p:sp>
        <p:nvSpPr>
          <p:cNvPr id="2409" name="TextBox 2408">
            <a:extLst>
              <a:ext uri="{FF2B5EF4-FFF2-40B4-BE49-F238E27FC236}">
                <a16:creationId xmlns:a16="http://schemas.microsoft.com/office/drawing/2014/main" id="{0506ADEE-A1AE-0B5B-697F-F81A33501C5B}"/>
              </a:ext>
            </a:extLst>
          </p:cNvPr>
          <p:cNvSpPr txBox="1"/>
          <p:nvPr/>
        </p:nvSpPr>
        <p:spPr>
          <a:xfrm>
            <a:off x="7365279" y="1563962"/>
            <a:ext cx="90323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@finshotstv</a:t>
            </a:r>
          </a:p>
        </p:txBody>
      </p:sp>
      <p:sp>
        <p:nvSpPr>
          <p:cNvPr id="2439" name="TextBox 2438">
            <a:extLst>
              <a:ext uri="{FF2B5EF4-FFF2-40B4-BE49-F238E27FC236}">
                <a16:creationId xmlns:a16="http://schemas.microsoft.com/office/drawing/2014/main" id="{CCE165F5-82C2-BD07-8549-6EE43C69ADC1}"/>
              </a:ext>
            </a:extLst>
          </p:cNvPr>
          <p:cNvSpPr txBox="1"/>
          <p:nvPr/>
        </p:nvSpPr>
        <p:spPr>
          <a:xfrm>
            <a:off x="9096332" y="1563962"/>
            <a:ext cx="106833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03366"/>
                </a:solidFill>
              </a:rPr>
              <a:t>Finshots Daily</a:t>
            </a:r>
            <a:endParaRPr lang="en-US"/>
          </a:p>
        </p:txBody>
      </p:sp>
      <p:sp>
        <p:nvSpPr>
          <p:cNvPr id="2480" name="Rectangle: Rounded Corners 2479">
            <a:extLst>
              <a:ext uri="{FF2B5EF4-FFF2-40B4-BE49-F238E27FC236}">
                <a16:creationId xmlns:a16="http://schemas.microsoft.com/office/drawing/2014/main" id="{DD7FA2C5-B4BD-9E60-6438-7366F68CA15C}"/>
              </a:ext>
            </a:extLst>
          </p:cNvPr>
          <p:cNvSpPr/>
          <p:nvPr/>
        </p:nvSpPr>
        <p:spPr>
          <a:xfrm>
            <a:off x="10543814" y="1750181"/>
            <a:ext cx="1469571" cy="1551214"/>
          </a:xfrm>
          <a:custGeom>
            <a:avLst/>
            <a:gdLst>
              <a:gd name="connsiteX0" fmla="*/ 0 w 1469571"/>
              <a:gd name="connsiteY0" fmla="*/ 244933 h 1551214"/>
              <a:gd name="connsiteX1" fmla="*/ 244933 w 1469571"/>
              <a:gd name="connsiteY1" fmla="*/ 0 h 1551214"/>
              <a:gd name="connsiteX2" fmla="*/ 754380 w 1469571"/>
              <a:gd name="connsiteY2" fmla="*/ 0 h 1551214"/>
              <a:gd name="connsiteX3" fmla="*/ 1224638 w 1469571"/>
              <a:gd name="connsiteY3" fmla="*/ 0 h 1551214"/>
              <a:gd name="connsiteX4" fmla="*/ 1469571 w 1469571"/>
              <a:gd name="connsiteY4" fmla="*/ 244933 h 1551214"/>
              <a:gd name="connsiteX5" fmla="*/ 1469571 w 1469571"/>
              <a:gd name="connsiteY5" fmla="*/ 754380 h 1551214"/>
              <a:gd name="connsiteX6" fmla="*/ 1469571 w 1469571"/>
              <a:gd name="connsiteY6" fmla="*/ 1306281 h 1551214"/>
              <a:gd name="connsiteX7" fmla="*/ 1224638 w 1469571"/>
              <a:gd name="connsiteY7" fmla="*/ 1551214 h 1551214"/>
              <a:gd name="connsiteX8" fmla="*/ 724988 w 1469571"/>
              <a:gd name="connsiteY8" fmla="*/ 1551214 h 1551214"/>
              <a:gd name="connsiteX9" fmla="*/ 244933 w 1469571"/>
              <a:gd name="connsiteY9" fmla="*/ 1551214 h 1551214"/>
              <a:gd name="connsiteX10" fmla="*/ 0 w 1469571"/>
              <a:gd name="connsiteY10" fmla="*/ 1306281 h 1551214"/>
              <a:gd name="connsiteX11" fmla="*/ 0 w 1469571"/>
              <a:gd name="connsiteY11" fmla="*/ 775607 h 1551214"/>
              <a:gd name="connsiteX12" fmla="*/ 0 w 1469571"/>
              <a:gd name="connsiteY12" fmla="*/ 244933 h 1551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9571" h="1551214" extrusionOk="0">
                <a:moveTo>
                  <a:pt x="0" y="244933"/>
                </a:moveTo>
                <a:cubicBezTo>
                  <a:pt x="-7446" y="86285"/>
                  <a:pt x="91296" y="1581"/>
                  <a:pt x="244933" y="0"/>
                </a:cubicBezTo>
                <a:cubicBezTo>
                  <a:pt x="450642" y="-16810"/>
                  <a:pt x="588564" y="5393"/>
                  <a:pt x="754380" y="0"/>
                </a:cubicBezTo>
                <a:cubicBezTo>
                  <a:pt x="920196" y="-5393"/>
                  <a:pt x="1064988" y="25775"/>
                  <a:pt x="1224638" y="0"/>
                </a:cubicBezTo>
                <a:cubicBezTo>
                  <a:pt x="1353317" y="4577"/>
                  <a:pt x="1455321" y="96838"/>
                  <a:pt x="1469571" y="244933"/>
                </a:cubicBezTo>
                <a:cubicBezTo>
                  <a:pt x="1519680" y="404172"/>
                  <a:pt x="1430003" y="566313"/>
                  <a:pt x="1469571" y="754380"/>
                </a:cubicBezTo>
                <a:cubicBezTo>
                  <a:pt x="1509139" y="942447"/>
                  <a:pt x="1431190" y="1175664"/>
                  <a:pt x="1469571" y="1306281"/>
                </a:cubicBezTo>
                <a:cubicBezTo>
                  <a:pt x="1451748" y="1448957"/>
                  <a:pt x="1365530" y="1540008"/>
                  <a:pt x="1224638" y="1551214"/>
                </a:cubicBezTo>
                <a:cubicBezTo>
                  <a:pt x="1075227" y="1604391"/>
                  <a:pt x="871736" y="1531403"/>
                  <a:pt x="724988" y="1551214"/>
                </a:cubicBezTo>
                <a:cubicBezTo>
                  <a:pt x="578240" y="1571025"/>
                  <a:pt x="341443" y="1514294"/>
                  <a:pt x="244933" y="1551214"/>
                </a:cubicBezTo>
                <a:cubicBezTo>
                  <a:pt x="134459" y="1569073"/>
                  <a:pt x="18245" y="1460993"/>
                  <a:pt x="0" y="1306281"/>
                </a:cubicBezTo>
                <a:cubicBezTo>
                  <a:pt x="-1997" y="1136472"/>
                  <a:pt x="32400" y="1011203"/>
                  <a:pt x="0" y="775607"/>
                </a:cubicBezTo>
                <a:cubicBezTo>
                  <a:pt x="-32400" y="540011"/>
                  <a:pt x="45192" y="467724"/>
                  <a:pt x="0" y="244933"/>
                </a:cubicBezTo>
                <a:close/>
              </a:path>
            </a:pathLst>
          </a:custGeom>
          <a:noFill/>
          <a:ln>
            <a:solidFill>
              <a:srgbClr val="42BAEA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77" name="Picture 2476" descr="Google Play Store Logo PNG Vector (AI, CDR, EPS, SVG) Free Download">
            <a:extLst>
              <a:ext uri="{FF2B5EF4-FFF2-40B4-BE49-F238E27FC236}">
                <a16:creationId xmlns:a16="http://schemas.microsoft.com/office/drawing/2014/main" id="{E04EEBE2-73BE-BA97-7B45-825FEB4EED0F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801148" y="1681370"/>
            <a:ext cx="294218" cy="328084"/>
          </a:xfrm>
          <a:prstGeom prst="rect">
            <a:avLst/>
          </a:prstGeom>
        </p:spPr>
      </p:pic>
      <p:pic>
        <p:nvPicPr>
          <p:cNvPr id="32" name="Picture 31" descr="A black and white sign with a star and a number&#10;&#10;Description automatically generated">
            <a:extLst>
              <a:ext uri="{FF2B5EF4-FFF2-40B4-BE49-F238E27FC236}">
                <a16:creationId xmlns:a16="http://schemas.microsoft.com/office/drawing/2014/main" id="{B1347FC8-4220-F7D9-26AA-0B6F17202C68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36757" y="2103772"/>
            <a:ext cx="1288384" cy="434642"/>
          </a:xfrm>
          <a:prstGeom prst="rect">
            <a:avLst/>
          </a:prstGeom>
          <a:ln>
            <a:noFill/>
          </a:ln>
        </p:spPr>
      </p:pic>
      <p:pic>
        <p:nvPicPr>
          <p:cNvPr id="2694" name="Picture 2693" descr="A gold trophy with a white star&#10;&#10;Description automatically generated">
            <a:extLst>
              <a:ext uri="{FF2B5EF4-FFF2-40B4-BE49-F238E27FC236}">
                <a16:creationId xmlns:a16="http://schemas.microsoft.com/office/drawing/2014/main" id="{FB475071-5CED-2E60-1516-EFF0370EB0F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83438" y="2592060"/>
            <a:ext cx="478661" cy="544020"/>
          </a:xfrm>
          <a:prstGeom prst="rect">
            <a:avLst/>
          </a:prstGeom>
          <a:ln>
            <a:noFill/>
          </a:ln>
        </p:spPr>
      </p:pic>
      <p:pic>
        <p:nvPicPr>
          <p:cNvPr id="2695" name="Picture 2694" descr="A grey rectangle with white text&#10;&#10;Description automatically generated">
            <a:extLst>
              <a:ext uri="{FF2B5EF4-FFF2-40B4-BE49-F238E27FC236}">
                <a16:creationId xmlns:a16="http://schemas.microsoft.com/office/drawing/2014/main" id="{35F92133-5840-9B05-7991-81148557C491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215742" y="2642367"/>
            <a:ext cx="701568" cy="4434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467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shots">
            <a:extLst>
              <a:ext uri="{FF2B5EF4-FFF2-40B4-BE49-F238E27FC236}">
                <a16:creationId xmlns:a16="http://schemas.microsoft.com/office/drawing/2014/main" id="{B00785B2-1C30-8B49-FB58-3AF88E853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84"/>
          <a:stretch/>
        </p:blipFill>
        <p:spPr bwMode="auto">
          <a:xfrm>
            <a:off x="-1" y="-1"/>
            <a:ext cx="12192001" cy="49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29375-E735-0FC8-F21B-D95D9A9C2341}"/>
              </a:ext>
            </a:extLst>
          </p:cNvPr>
          <p:cNvSpPr txBox="1"/>
          <p:nvPr/>
        </p:nvSpPr>
        <p:spPr>
          <a:xfrm>
            <a:off x="1289713" y="60992"/>
            <a:ext cx="883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Market Research and Competitive Landscape </a:t>
            </a:r>
          </a:p>
        </p:txBody>
      </p:sp>
      <p:pic>
        <p:nvPicPr>
          <p:cNvPr id="12" name="Picture 19" descr="Finshots | Financial News made simple">
            <a:extLst>
              <a:ext uri="{FF2B5EF4-FFF2-40B4-BE49-F238E27FC236}">
                <a16:creationId xmlns:a16="http://schemas.microsoft.com/office/drawing/2014/main" id="{6BD8C9A7-37C9-C74C-E20E-ECBF9DCBA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049" y="29996"/>
            <a:ext cx="428626" cy="4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63,000+ World Map With Countries Stock Illustrations, Royalty-Free Vector  Graphics &amp; Clip Art - iStock | World map with countries vector, World map  with countries names, World map with countries name">
            <a:extLst>
              <a:ext uri="{FF2B5EF4-FFF2-40B4-BE49-F238E27FC236}">
                <a16:creationId xmlns:a16="http://schemas.microsoft.com/office/drawing/2014/main" id="{C9987FA6-5B90-A9E5-9C7D-EC1F82373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8" y="546224"/>
            <a:ext cx="5336839" cy="282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ACC640-D08F-2FBF-F7A0-A921B77DD85F}"/>
              </a:ext>
            </a:extLst>
          </p:cNvPr>
          <p:cNvCxnSpPr>
            <a:cxnSpLocks/>
          </p:cNvCxnSpPr>
          <p:nvPr/>
        </p:nvCxnSpPr>
        <p:spPr>
          <a:xfrm>
            <a:off x="26661" y="3464719"/>
            <a:ext cx="121386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9AEAFFB-96EE-CEF3-039D-DABC81F3F2A4}"/>
              </a:ext>
            </a:extLst>
          </p:cNvPr>
          <p:cNvSpPr/>
          <p:nvPr/>
        </p:nvSpPr>
        <p:spPr>
          <a:xfrm>
            <a:off x="1864202" y="2150803"/>
            <a:ext cx="1364583" cy="714374"/>
          </a:xfrm>
          <a:prstGeom prst="ellipse">
            <a:avLst/>
          </a:prstGeom>
          <a:solidFill>
            <a:srgbClr val="FFC000">
              <a:alpha val="7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chemeClr val="accent1"/>
                </a:solidFill>
              </a:rPr>
              <a:t>$ 20.74 </a:t>
            </a:r>
            <a:r>
              <a:rPr lang="en-US" sz="1300"/>
              <a:t>bn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D72083-0087-C256-EAB8-BC08AA17E46E}"/>
              </a:ext>
            </a:extLst>
          </p:cNvPr>
          <p:cNvSpPr txBox="1"/>
          <p:nvPr/>
        </p:nvSpPr>
        <p:spPr>
          <a:xfrm>
            <a:off x="627167" y="507485"/>
            <a:ext cx="4191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Global</a:t>
            </a:r>
            <a:r>
              <a:rPr lang="en-US" b="1" i="0">
                <a:solidFill>
                  <a:srgbClr val="003366"/>
                </a:solidFill>
                <a:effectLst/>
                <a:latin typeface="Open Sans" panose="020B0606030504020204" pitchFamily="34" charset="0"/>
              </a:rPr>
              <a:t> News &amp; Magazines 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8438F8-654D-2A97-6F56-7525993B9FCA}"/>
              </a:ext>
            </a:extLst>
          </p:cNvPr>
          <p:cNvSpPr txBox="1"/>
          <p:nvPr/>
        </p:nvSpPr>
        <p:spPr>
          <a:xfrm>
            <a:off x="341931" y="1919971"/>
            <a:ext cx="1549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003366"/>
                </a:solidFill>
              </a:rPr>
              <a:t>Total Revenue</a:t>
            </a:r>
          </a:p>
          <a:p>
            <a:pPr algn="ctr"/>
            <a:r>
              <a:rPr lang="en-US" sz="1200" b="1">
                <a:solidFill>
                  <a:srgbClr val="003366"/>
                </a:solidFill>
              </a:rPr>
              <a:t> in </a:t>
            </a:r>
            <a:r>
              <a:rPr lang="en-US" sz="1200" b="1">
                <a:solidFill>
                  <a:schemeClr val="accent1"/>
                </a:solidFill>
              </a:rPr>
              <a:t>2023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C6360-17BA-49AB-A7CF-A148ED38F456}"/>
              </a:ext>
            </a:extLst>
          </p:cNvPr>
          <p:cNvSpPr txBox="1"/>
          <p:nvPr/>
        </p:nvSpPr>
        <p:spPr>
          <a:xfrm>
            <a:off x="60469" y="2671298"/>
            <a:ext cx="164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>
                <a:solidFill>
                  <a:srgbClr val="455F7C"/>
                </a:solidFill>
                <a:effectLst/>
                <a:latin typeface="Open Sans" panose="020B0606030504020204" pitchFamily="34" charset="0"/>
              </a:rPr>
              <a:t> Annual growth rate</a:t>
            </a:r>
          </a:p>
          <a:p>
            <a:r>
              <a:rPr lang="en-US" sz="1200" b="0" i="0">
                <a:solidFill>
                  <a:srgbClr val="455F7C"/>
                </a:solidFill>
                <a:effectLst/>
                <a:latin typeface="Open Sans" panose="020B0606030504020204" pitchFamily="34" charset="0"/>
              </a:rPr>
              <a:t> (CAGR 2022-2029)</a:t>
            </a:r>
            <a:endParaRPr 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6076D0-A934-A1F2-EEEB-7F9217BE6091}"/>
              </a:ext>
            </a:extLst>
          </p:cNvPr>
          <p:cNvSpPr txBox="1"/>
          <p:nvPr/>
        </p:nvSpPr>
        <p:spPr>
          <a:xfrm>
            <a:off x="393610" y="2414577"/>
            <a:ext cx="896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9.96%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E8A0B5-1333-619A-C0D5-BDBBAA42F46A}"/>
              </a:ext>
            </a:extLst>
          </p:cNvPr>
          <p:cNvSpPr txBox="1"/>
          <p:nvPr/>
        </p:nvSpPr>
        <p:spPr>
          <a:xfrm>
            <a:off x="0" y="3260279"/>
            <a:ext cx="3914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</a:rPr>
              <a:t>Source: Statista Market Insights</a:t>
            </a:r>
            <a:endParaRPr lang="en-US" sz="80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8A1BE6-DBE4-96DC-05E9-C4C574B35FE9}"/>
              </a:ext>
            </a:extLst>
          </p:cNvPr>
          <p:cNvSpPr/>
          <p:nvPr/>
        </p:nvSpPr>
        <p:spPr>
          <a:xfrm>
            <a:off x="439237" y="1186631"/>
            <a:ext cx="1364583" cy="71437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500" b="1"/>
              <a:t>$ 11.11 </a:t>
            </a:r>
            <a:r>
              <a:rPr lang="en-US" sz="1300"/>
              <a:t>bn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EC56A5-E935-B073-71DE-6677023F2CE8}"/>
              </a:ext>
            </a:extLst>
          </p:cNvPr>
          <p:cNvSpPr txBox="1"/>
          <p:nvPr/>
        </p:nvSpPr>
        <p:spPr>
          <a:xfrm>
            <a:off x="1771523" y="2911768"/>
            <a:ext cx="1549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003366"/>
                </a:solidFill>
              </a:rPr>
              <a:t>Expected Revenue by </a:t>
            </a:r>
            <a:r>
              <a:rPr lang="en-US" sz="1200" b="1">
                <a:solidFill>
                  <a:schemeClr val="accent1"/>
                </a:solidFill>
              </a:rPr>
              <a:t>2029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00D9B7-08E5-295C-AB4A-DBED107A0EB8}"/>
              </a:ext>
            </a:extLst>
          </p:cNvPr>
          <p:cNvSpPr txBox="1"/>
          <p:nvPr/>
        </p:nvSpPr>
        <p:spPr>
          <a:xfrm>
            <a:off x="1970915" y="1165809"/>
            <a:ext cx="2840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2060"/>
                </a:solidFill>
              </a:rPr>
              <a:t>Increased digital content consumption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AB156E-961F-E6BB-DDDF-B40A140004A8}"/>
              </a:ext>
            </a:extLst>
          </p:cNvPr>
          <p:cNvSpPr txBox="1"/>
          <p:nvPr/>
        </p:nvSpPr>
        <p:spPr>
          <a:xfrm>
            <a:off x="2476058" y="1431873"/>
            <a:ext cx="2502100" cy="28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92D050"/>
                </a:solidFill>
              </a:rPr>
              <a:t>Rising in-app purchase revenue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8D3A42-2CE1-1CEE-5491-47D73A49A80B}"/>
              </a:ext>
            </a:extLst>
          </p:cNvPr>
          <p:cNvSpPr txBox="1"/>
          <p:nvPr/>
        </p:nvSpPr>
        <p:spPr>
          <a:xfrm>
            <a:off x="2388109" y="1741887"/>
            <a:ext cx="31112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B0F0"/>
                </a:solidFill>
              </a:rPr>
              <a:t>Growing advertising-driven models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40AD71-C1C4-3181-1EDD-7959E3AA02D5}"/>
              </a:ext>
            </a:extLst>
          </p:cNvPr>
          <p:cNvCxnSpPr>
            <a:cxnSpLocks/>
          </p:cNvCxnSpPr>
          <p:nvPr/>
        </p:nvCxnSpPr>
        <p:spPr>
          <a:xfrm flipH="1">
            <a:off x="5073950" y="491318"/>
            <a:ext cx="0" cy="2937682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object 71">
            <a:extLst>
              <a:ext uri="{FF2B5EF4-FFF2-40B4-BE49-F238E27FC236}">
                <a16:creationId xmlns:a16="http://schemas.microsoft.com/office/drawing/2014/main" id="{EC821B56-8923-F308-5470-073A48964E82}"/>
              </a:ext>
            </a:extLst>
          </p:cNvPr>
          <p:cNvGrpSpPr/>
          <p:nvPr/>
        </p:nvGrpSpPr>
        <p:grpSpPr>
          <a:xfrm>
            <a:off x="5267830" y="892984"/>
            <a:ext cx="2510088" cy="2469013"/>
            <a:chOff x="9351227" y="2834573"/>
            <a:chExt cx="2510088" cy="2469013"/>
          </a:xfrm>
        </p:grpSpPr>
        <p:pic>
          <p:nvPicPr>
            <p:cNvPr id="43" name="object 72">
              <a:extLst>
                <a:ext uri="{FF2B5EF4-FFF2-40B4-BE49-F238E27FC236}">
                  <a16:creationId xmlns:a16="http://schemas.microsoft.com/office/drawing/2014/main" id="{97357645-1BD2-85EE-7628-66C8A0C5B1C2}"/>
                </a:ext>
              </a:extLst>
            </p:cNvPr>
            <p:cNvPicPr/>
            <p:nvPr/>
          </p:nvPicPr>
          <p:blipFill>
            <a:blip r:embed="rId6" cstate="print">
              <a:alphaModFix amt="50000"/>
            </a:blip>
            <a:stretch>
              <a:fillRect/>
            </a:stretch>
          </p:blipFill>
          <p:spPr>
            <a:xfrm>
              <a:off x="9669754" y="2834573"/>
              <a:ext cx="2191561" cy="2469013"/>
            </a:xfrm>
            <a:prstGeom prst="rect">
              <a:avLst/>
            </a:prstGeom>
          </p:spPr>
        </p:pic>
        <p:pic>
          <p:nvPicPr>
            <p:cNvPr id="44" name="object 73">
              <a:extLst>
                <a:ext uri="{FF2B5EF4-FFF2-40B4-BE49-F238E27FC236}">
                  <a16:creationId xmlns:a16="http://schemas.microsoft.com/office/drawing/2014/main" id="{A8B1775F-5E51-BA80-F126-360ABD8E707D}"/>
                </a:ext>
              </a:extLst>
            </p:cNvPr>
            <p:cNvPicPr/>
            <p:nvPr/>
          </p:nvPicPr>
          <p:blipFill>
            <a:blip r:embed="rId7" cstate="print">
              <a:alphaModFix amt="50000"/>
            </a:blip>
            <a:stretch>
              <a:fillRect/>
            </a:stretch>
          </p:blipFill>
          <p:spPr>
            <a:xfrm>
              <a:off x="9677399" y="2842259"/>
              <a:ext cx="2125979" cy="2403348"/>
            </a:xfrm>
            <a:prstGeom prst="rect">
              <a:avLst/>
            </a:prstGeom>
          </p:spPr>
        </p:pic>
        <p:pic>
          <p:nvPicPr>
            <p:cNvPr id="45" name="object 74">
              <a:extLst>
                <a:ext uri="{FF2B5EF4-FFF2-40B4-BE49-F238E27FC236}">
                  <a16:creationId xmlns:a16="http://schemas.microsoft.com/office/drawing/2014/main" id="{E092953F-6342-5F88-C74C-A7BD0605985E}"/>
                </a:ext>
              </a:extLst>
            </p:cNvPr>
            <p:cNvPicPr/>
            <p:nvPr/>
          </p:nvPicPr>
          <p:blipFill>
            <a:blip r:embed="rId8" cstate="print">
              <a:alphaModFix amt="50000"/>
            </a:blip>
            <a:stretch>
              <a:fillRect/>
            </a:stretch>
          </p:blipFill>
          <p:spPr>
            <a:xfrm>
              <a:off x="9351227" y="2938604"/>
              <a:ext cx="2259076" cy="2259076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5AD5605-8B16-DC7A-5B04-B1AE76716529}"/>
              </a:ext>
            </a:extLst>
          </p:cNvPr>
          <p:cNvSpPr txBox="1"/>
          <p:nvPr/>
        </p:nvSpPr>
        <p:spPr>
          <a:xfrm>
            <a:off x="6076087" y="475725"/>
            <a:ext cx="5336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Indian</a:t>
            </a:r>
            <a:r>
              <a:rPr lang="en-US" b="1" i="0">
                <a:solidFill>
                  <a:srgbClr val="003366"/>
                </a:solidFill>
                <a:effectLst/>
                <a:latin typeface="Open Sans" panose="020B0606030504020204" pitchFamily="34" charset="0"/>
              </a:rPr>
              <a:t> News &amp; Magazines Market Outlook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2B6B029-8B2F-6F41-13D2-84A521236EF1}"/>
              </a:ext>
            </a:extLst>
          </p:cNvPr>
          <p:cNvSpPr/>
          <p:nvPr/>
        </p:nvSpPr>
        <p:spPr>
          <a:xfrm>
            <a:off x="5708176" y="872133"/>
            <a:ext cx="1256614" cy="735211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$274.8 </a:t>
            </a:r>
            <a:r>
              <a:rPr lang="en-US"/>
              <a:t>mn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DF798F-8F6B-38C6-37E9-B4342E12D572}"/>
              </a:ext>
            </a:extLst>
          </p:cNvPr>
          <p:cNvSpPr txBox="1"/>
          <p:nvPr/>
        </p:nvSpPr>
        <p:spPr>
          <a:xfrm>
            <a:off x="5404952" y="1586919"/>
            <a:ext cx="1836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Total Market Size (E) </a:t>
            </a:r>
          </a:p>
          <a:p>
            <a:pPr algn="ctr"/>
            <a:r>
              <a:rPr lang="en-US" sz="1200" b="1"/>
              <a:t>in 2023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4D1E60B5-479B-6E39-1BA0-64F76A9B2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92903"/>
              </p:ext>
            </p:extLst>
          </p:nvPr>
        </p:nvGraphicFramePr>
        <p:xfrm>
          <a:off x="7770195" y="2491002"/>
          <a:ext cx="4050302" cy="92753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858374">
                  <a:extLst>
                    <a:ext uri="{9D8B030D-6E8A-4147-A177-3AD203B41FA5}">
                      <a16:colId xmlns:a16="http://schemas.microsoft.com/office/drawing/2014/main" val="4114919439"/>
                    </a:ext>
                  </a:extLst>
                </a:gridCol>
                <a:gridCol w="2191928">
                  <a:extLst>
                    <a:ext uri="{9D8B030D-6E8A-4147-A177-3AD203B41FA5}">
                      <a16:colId xmlns:a16="http://schemas.microsoft.com/office/drawing/2014/main" val="1220455472"/>
                    </a:ext>
                  </a:extLst>
                </a:gridCol>
              </a:tblGrid>
              <a:tr h="1418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Metric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Value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26385914"/>
                  </a:ext>
                </a:extLst>
              </a:tr>
              <a:tr h="2304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Total Smartphone Users (India)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687 million (2023)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12147381"/>
                  </a:ext>
                </a:extLst>
              </a:tr>
              <a:tr h="2304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Percentage Using News Apps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20% of smartphone users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2584379"/>
                  </a:ext>
                </a:extLst>
              </a:tr>
              <a:tr h="27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Average Revenue Per User (ARPU)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$2 annually (estimated)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8445116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8492B8B-F506-BF14-38DF-592196808BCC}"/>
              </a:ext>
            </a:extLst>
          </p:cNvPr>
          <p:cNvSpPr/>
          <p:nvPr/>
        </p:nvSpPr>
        <p:spPr>
          <a:xfrm>
            <a:off x="5822994" y="2194131"/>
            <a:ext cx="1070860" cy="6104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B050"/>
                </a:solidFill>
              </a:rPr>
              <a:t>137.4</a:t>
            </a:r>
            <a:r>
              <a:rPr lang="en-US" sz="1500" b="1">
                <a:solidFill>
                  <a:srgbClr val="00B050"/>
                </a:solidFill>
              </a:rPr>
              <a:t> </a:t>
            </a:r>
          </a:p>
          <a:p>
            <a:pPr algn="ctr"/>
            <a:r>
              <a:rPr lang="en-US" sz="1500"/>
              <a:t>mn</a:t>
            </a:r>
            <a:endParaRPr lang="en-US" sz="13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035B8E-359E-E5F9-5297-6F6D86E0E5F6}"/>
              </a:ext>
            </a:extLst>
          </p:cNvPr>
          <p:cNvSpPr txBox="1"/>
          <p:nvPr/>
        </p:nvSpPr>
        <p:spPr>
          <a:xfrm>
            <a:off x="5586357" y="2873160"/>
            <a:ext cx="1614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3366"/>
                </a:solidFill>
              </a:rPr>
              <a:t>Potential User Base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5896B5-C2AA-9AE7-8C4F-C5ED266A02C2}"/>
              </a:ext>
            </a:extLst>
          </p:cNvPr>
          <p:cNvSpPr txBox="1"/>
          <p:nvPr/>
        </p:nvSpPr>
        <p:spPr>
          <a:xfrm rot="5400000">
            <a:off x="11393417" y="2931210"/>
            <a:ext cx="1257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3366"/>
                </a:solidFill>
              </a:rPr>
              <a:t>Assumptions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751A40D-CD05-CB0A-F363-475004D6B137}"/>
              </a:ext>
            </a:extLst>
          </p:cNvPr>
          <p:cNvSpPr txBox="1"/>
          <p:nvPr/>
        </p:nvSpPr>
        <p:spPr>
          <a:xfrm>
            <a:off x="7773015" y="760661"/>
            <a:ext cx="3748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C00000"/>
                </a:solidFill>
              </a:rPr>
              <a:t>Major Growth Drivers</a:t>
            </a:r>
          </a:p>
        </p:txBody>
      </p:sp>
      <p:pic>
        <p:nvPicPr>
          <p:cNvPr id="3091" name="Picture 19">
            <a:extLst>
              <a:ext uri="{FF2B5EF4-FFF2-40B4-BE49-F238E27FC236}">
                <a16:creationId xmlns:a16="http://schemas.microsoft.com/office/drawing/2014/main" id="{AAC67C14-225C-4DD6-BB63-502F73631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699" y="2275079"/>
            <a:ext cx="1059078" cy="105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29F58D28-212E-4275-47D0-7B7567A6D517}"/>
              </a:ext>
            </a:extLst>
          </p:cNvPr>
          <p:cNvCxnSpPr>
            <a:cxnSpLocks/>
          </p:cNvCxnSpPr>
          <p:nvPr/>
        </p:nvCxnSpPr>
        <p:spPr>
          <a:xfrm>
            <a:off x="7626918" y="3475723"/>
            <a:ext cx="0" cy="338227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TextBox 1033">
            <a:extLst>
              <a:ext uri="{FF2B5EF4-FFF2-40B4-BE49-F238E27FC236}">
                <a16:creationId xmlns:a16="http://schemas.microsoft.com/office/drawing/2014/main" id="{90638BE1-9B37-493B-7DCD-56F56F682AD3}"/>
              </a:ext>
            </a:extLst>
          </p:cNvPr>
          <p:cNvSpPr txBox="1"/>
          <p:nvPr/>
        </p:nvSpPr>
        <p:spPr>
          <a:xfrm>
            <a:off x="2320913" y="3531722"/>
            <a:ext cx="3076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>
                <a:solidFill>
                  <a:srgbClr val="003366"/>
                </a:solidFill>
                <a:effectLst/>
                <a:latin typeface="Open Sans" panose="020B0606030504020204" pitchFamily="34" charset="0"/>
              </a:rPr>
              <a:t>Competitive </a:t>
            </a:r>
            <a:r>
              <a:rPr lang="en-US" b="1" i="0">
                <a:solidFill>
                  <a:schemeClr val="bg2">
                    <a:lumMod val="90000"/>
                  </a:schemeClr>
                </a:solidFill>
                <a:effectLst/>
                <a:latin typeface="Open Sans" panose="020B0606030504020204" pitchFamily="34" charset="0"/>
              </a:rPr>
              <a:t>Landscape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892F00EE-5F41-F81A-8C3B-096AE9A62777}"/>
              </a:ext>
            </a:extLst>
          </p:cNvPr>
          <p:cNvGrpSpPr/>
          <p:nvPr/>
        </p:nvGrpSpPr>
        <p:grpSpPr>
          <a:xfrm>
            <a:off x="7772890" y="995382"/>
            <a:ext cx="4455594" cy="1415191"/>
            <a:chOff x="7804322" y="974121"/>
            <a:chExt cx="4455594" cy="1415191"/>
          </a:xfrm>
        </p:grpSpPr>
        <p:pic>
          <p:nvPicPr>
            <p:cNvPr id="3083" name="Picture 11" descr="What is 5G? | Everything You Need to Know | 5G FAQ | Qualcomm">
              <a:extLst>
                <a:ext uri="{FF2B5EF4-FFF2-40B4-BE49-F238E27FC236}">
                  <a16:creationId xmlns:a16="http://schemas.microsoft.com/office/drawing/2014/main" id="{F2041238-8B34-67AA-B8EC-AED7804A56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3545" y="1128533"/>
              <a:ext cx="620357" cy="620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5" name="Picture 13" descr="Download Free Digital India Vector logo PNG and SVG File">
              <a:extLst>
                <a:ext uri="{FF2B5EF4-FFF2-40B4-BE49-F238E27FC236}">
                  <a16:creationId xmlns:a16="http://schemas.microsoft.com/office/drawing/2014/main" id="{7C619E1D-315B-748C-EDC2-2AF04DEA2C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2129" y="1855813"/>
              <a:ext cx="961766" cy="465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7" name="Picture 15" descr="Bharat Internet Utsav – Innovate India">
              <a:extLst>
                <a:ext uri="{FF2B5EF4-FFF2-40B4-BE49-F238E27FC236}">
                  <a16:creationId xmlns:a16="http://schemas.microsoft.com/office/drawing/2014/main" id="{632D44FA-326A-060A-A6DB-A3231242E4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3181"/>
            <a:stretch/>
          </p:blipFill>
          <p:spPr bwMode="auto">
            <a:xfrm>
              <a:off x="9862549" y="1329967"/>
              <a:ext cx="874872" cy="518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2C6E1DD2-329B-B8B9-41BE-ED5631908AE1}"/>
                </a:ext>
              </a:extLst>
            </p:cNvPr>
            <p:cNvSpPr txBox="1"/>
            <p:nvPr/>
          </p:nvSpPr>
          <p:spPr>
            <a:xfrm>
              <a:off x="7804322" y="1808720"/>
              <a:ext cx="198802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>
                  <a:solidFill>
                    <a:srgbClr val="003366"/>
                  </a:solidFill>
                </a:rPr>
                <a:t>Smartphone Penetration </a:t>
              </a:r>
            </a:p>
            <a:p>
              <a:r>
                <a:rPr lang="en-US" sz="1200"/>
                <a:t>Exceeding </a:t>
              </a:r>
              <a:r>
                <a:rPr lang="en-US" sz="1500" b="1">
                  <a:solidFill>
                    <a:srgbClr val="C00000"/>
                  </a:solidFill>
                </a:rPr>
                <a:t>50% by 2025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99DFF814-DB63-C8F3-99EA-BADF50180A2F}"/>
                </a:ext>
              </a:extLst>
            </p:cNvPr>
            <p:cNvSpPr txBox="1"/>
            <p:nvPr/>
          </p:nvSpPr>
          <p:spPr>
            <a:xfrm>
              <a:off x="7862731" y="974121"/>
              <a:ext cx="159264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>
                  <a:solidFill>
                    <a:srgbClr val="003366"/>
                  </a:solidFill>
                </a:rPr>
                <a:t> Personalized Content</a:t>
              </a:r>
            </a:p>
            <a:p>
              <a:pPr algn="ctr"/>
              <a:r>
                <a:rPr lang="en-US" sz="1200"/>
                <a:t>AI-driven customized </a:t>
              </a:r>
            </a:p>
            <a:p>
              <a:pPr algn="ctr"/>
              <a:r>
                <a:rPr lang="en-US" sz="1200"/>
                <a:t>news feeds</a:t>
              </a:r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F549FF90-6420-FE8C-155C-59E0FB760533}"/>
                </a:ext>
              </a:extLst>
            </p:cNvPr>
            <p:cNvSpPr txBox="1"/>
            <p:nvPr/>
          </p:nvSpPr>
          <p:spPr>
            <a:xfrm>
              <a:off x="10783895" y="1725418"/>
              <a:ext cx="147602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>
                  <a:solidFill>
                    <a:srgbClr val="003366"/>
                  </a:solidFill>
                </a:rPr>
                <a:t>Internet Expansion</a:t>
              </a:r>
            </a:p>
            <a:p>
              <a:pPr algn="ctr"/>
              <a:r>
                <a:rPr lang="en-US" sz="1200"/>
                <a:t>Boosted by 5G rollout</a:t>
              </a:r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0E6924C9-8ECA-04CD-D266-EE93DB48DCFF}"/>
                </a:ext>
              </a:extLst>
            </p:cNvPr>
            <p:cNvSpPr/>
            <p:nvPr/>
          </p:nvSpPr>
          <p:spPr>
            <a:xfrm>
              <a:off x="7814961" y="1004609"/>
              <a:ext cx="4350375" cy="1384703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4C851AD4-A970-D1B8-9E66-21073647BA15}"/>
                </a:ext>
              </a:extLst>
            </p:cNvPr>
            <p:cNvSpPr txBox="1"/>
            <p:nvPr/>
          </p:nvSpPr>
          <p:spPr>
            <a:xfrm>
              <a:off x="9435942" y="1004609"/>
              <a:ext cx="17591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>
                  <a:solidFill>
                    <a:srgbClr val="003366"/>
                  </a:solidFill>
                </a:rPr>
                <a:t>Government Initiative</a:t>
              </a:r>
              <a:endParaRPr lang="en-US" sz="1200"/>
            </a:p>
          </p:txBody>
        </p:sp>
      </p:grp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B2D3B89-4853-7F48-99D8-3A18D06889EA}"/>
              </a:ext>
            </a:extLst>
          </p:cNvPr>
          <p:cNvSpPr/>
          <p:nvPr/>
        </p:nvSpPr>
        <p:spPr>
          <a:xfrm>
            <a:off x="129021" y="3952402"/>
            <a:ext cx="1500187" cy="335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srgbClr val="C00000"/>
                </a:solidFill>
              </a:rPr>
              <a:t>Competitor</a:t>
            </a:r>
          </a:p>
        </p:txBody>
      </p:sp>
      <p:pic>
        <p:nvPicPr>
          <p:cNvPr id="3093" name="Picture 21" descr="The Morning Context - YouTube">
            <a:extLst>
              <a:ext uri="{FF2B5EF4-FFF2-40B4-BE49-F238E27FC236}">
                <a16:creationId xmlns:a16="http://schemas.microsoft.com/office/drawing/2014/main" id="{36DBDAC3-81A4-F8B6-9ADF-DA4F4DBCC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4" t="9376" r="7173" b="7164"/>
          <a:stretch/>
        </p:blipFill>
        <p:spPr bwMode="auto">
          <a:xfrm>
            <a:off x="531349" y="4296199"/>
            <a:ext cx="598411" cy="58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5" name="Picture 23" descr="Paper Trading in the Groww App: A Step-by-Step Guide">
            <a:extLst>
              <a:ext uri="{FF2B5EF4-FFF2-40B4-BE49-F238E27FC236}">
                <a16:creationId xmlns:a16="http://schemas.microsoft.com/office/drawing/2014/main" id="{0979990E-7ADB-CA17-CEBC-BF11D32A4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48" y="5069187"/>
            <a:ext cx="1354812" cy="36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25" descr="Moneycontrol App now has some interesting features for better user  experience">
            <a:extLst>
              <a:ext uri="{FF2B5EF4-FFF2-40B4-BE49-F238E27FC236}">
                <a16:creationId xmlns:a16="http://schemas.microsoft.com/office/drawing/2014/main" id="{952BAF06-41C7-DB64-E3AD-39F842C33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7" t="35813" r="22703" b="40594"/>
          <a:stretch/>
        </p:blipFill>
        <p:spPr bwMode="auto">
          <a:xfrm>
            <a:off x="224105" y="5763483"/>
            <a:ext cx="1222172" cy="27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1" name="Picture 29" descr="Enroll in Online Courses by Finology on Value Investing And Mutual Funds -  Lawctopus">
            <a:extLst>
              <a:ext uri="{FF2B5EF4-FFF2-40B4-BE49-F238E27FC236}">
                <a16:creationId xmlns:a16="http://schemas.microsoft.com/office/drawing/2014/main" id="{765F5858-3A19-7F35-1293-0E340228B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4" t="28528" r="664" b="35759"/>
          <a:stretch/>
        </p:blipFill>
        <p:spPr bwMode="auto">
          <a:xfrm>
            <a:off x="182976" y="6359821"/>
            <a:ext cx="1317638" cy="27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B48078B-7FF1-0BB4-1EBB-AF308B6C06AE}"/>
              </a:ext>
            </a:extLst>
          </p:cNvPr>
          <p:cNvSpPr/>
          <p:nvPr/>
        </p:nvSpPr>
        <p:spPr>
          <a:xfrm>
            <a:off x="1807887" y="3990894"/>
            <a:ext cx="1332284" cy="222940"/>
          </a:xfrm>
          <a:prstGeom prst="rect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Strength</a:t>
            </a: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134C07FD-2B76-C84C-6CB6-FBFA89F018C4}"/>
              </a:ext>
            </a:extLst>
          </p:cNvPr>
          <p:cNvSpPr/>
          <p:nvPr/>
        </p:nvSpPr>
        <p:spPr>
          <a:xfrm>
            <a:off x="3282173" y="3984058"/>
            <a:ext cx="1332284" cy="222940"/>
          </a:xfrm>
          <a:prstGeom prst="rect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Weakness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9489178-2A15-658E-FDC5-ED75B539EE6B}"/>
              </a:ext>
            </a:extLst>
          </p:cNvPr>
          <p:cNvSpPr/>
          <p:nvPr/>
        </p:nvSpPr>
        <p:spPr>
          <a:xfrm>
            <a:off x="4759494" y="3990894"/>
            <a:ext cx="1332284" cy="222940"/>
          </a:xfrm>
          <a:prstGeom prst="rect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Opportunity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95E3709-7BEA-B62A-2D5B-1704FF3E7900}"/>
              </a:ext>
            </a:extLst>
          </p:cNvPr>
          <p:cNvSpPr/>
          <p:nvPr/>
        </p:nvSpPr>
        <p:spPr>
          <a:xfrm>
            <a:off x="6202833" y="4001365"/>
            <a:ext cx="1332284" cy="222940"/>
          </a:xfrm>
          <a:prstGeom prst="rect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Threat</a:t>
            </a:r>
          </a:p>
        </p:txBody>
      </p: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6F5236C5-EDC1-9964-0151-E50797F577EF}"/>
              </a:ext>
            </a:extLst>
          </p:cNvPr>
          <p:cNvCxnSpPr>
            <a:cxnSpLocks/>
          </p:cNvCxnSpPr>
          <p:nvPr/>
        </p:nvCxnSpPr>
        <p:spPr>
          <a:xfrm>
            <a:off x="3228785" y="3996998"/>
            <a:ext cx="0" cy="28355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DA5ED098-DB2D-4C25-5F13-CE045D35A944}"/>
              </a:ext>
            </a:extLst>
          </p:cNvPr>
          <p:cNvCxnSpPr>
            <a:cxnSpLocks/>
          </p:cNvCxnSpPr>
          <p:nvPr/>
        </p:nvCxnSpPr>
        <p:spPr>
          <a:xfrm>
            <a:off x="4706257" y="3996998"/>
            <a:ext cx="0" cy="28355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4F6F9F7C-F7A3-FBE2-F5E6-3171D90B7F46}"/>
              </a:ext>
            </a:extLst>
          </p:cNvPr>
          <p:cNvCxnSpPr>
            <a:cxnSpLocks/>
          </p:cNvCxnSpPr>
          <p:nvPr/>
        </p:nvCxnSpPr>
        <p:spPr>
          <a:xfrm>
            <a:off x="6129700" y="3996998"/>
            <a:ext cx="0" cy="28355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A9C4B96D-28A7-CBC9-16A8-E85E88D0D91D}"/>
              </a:ext>
            </a:extLst>
          </p:cNvPr>
          <p:cNvCxnSpPr>
            <a:cxnSpLocks/>
          </p:cNvCxnSpPr>
          <p:nvPr/>
        </p:nvCxnSpPr>
        <p:spPr>
          <a:xfrm flipH="1">
            <a:off x="26661" y="4943475"/>
            <a:ext cx="760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5EA5B914-105B-32CE-86D2-D1F5D868295C}"/>
              </a:ext>
            </a:extLst>
          </p:cNvPr>
          <p:cNvCxnSpPr>
            <a:cxnSpLocks/>
          </p:cNvCxnSpPr>
          <p:nvPr/>
        </p:nvCxnSpPr>
        <p:spPr>
          <a:xfrm flipH="1">
            <a:off x="-1" y="5553075"/>
            <a:ext cx="760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8CE8283E-AA8E-5D8B-8E58-875BD8B87C4D}"/>
              </a:ext>
            </a:extLst>
          </p:cNvPr>
          <p:cNvCxnSpPr>
            <a:cxnSpLocks/>
          </p:cNvCxnSpPr>
          <p:nvPr/>
        </p:nvCxnSpPr>
        <p:spPr>
          <a:xfrm flipH="1">
            <a:off x="0" y="6212681"/>
            <a:ext cx="760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04B2A025-6A8B-D228-0674-17DB65454973}"/>
              </a:ext>
            </a:extLst>
          </p:cNvPr>
          <p:cNvCxnSpPr>
            <a:cxnSpLocks/>
          </p:cNvCxnSpPr>
          <p:nvPr/>
        </p:nvCxnSpPr>
        <p:spPr>
          <a:xfrm>
            <a:off x="1707355" y="4022458"/>
            <a:ext cx="0" cy="283554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7" name="TextBox 1056">
            <a:extLst>
              <a:ext uri="{FF2B5EF4-FFF2-40B4-BE49-F238E27FC236}">
                <a16:creationId xmlns:a16="http://schemas.microsoft.com/office/drawing/2014/main" id="{D660F8C2-FF28-1ED7-4352-EAE9A1A70BD4}"/>
              </a:ext>
            </a:extLst>
          </p:cNvPr>
          <p:cNvSpPr txBox="1"/>
          <p:nvPr/>
        </p:nvSpPr>
        <p:spPr>
          <a:xfrm>
            <a:off x="1662026" y="4266315"/>
            <a:ext cx="19041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Premium financial </a:t>
            </a:r>
          </a:p>
          <a:p>
            <a:r>
              <a:rPr lang="en-US" sz="900"/>
              <a:t>      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Expert-driven analysis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3E0DF31F-8141-F9B5-9614-CBF8539E5467}"/>
              </a:ext>
            </a:extLst>
          </p:cNvPr>
          <p:cNvSpPr txBox="1"/>
          <p:nvPr/>
        </p:nvSpPr>
        <p:spPr>
          <a:xfrm>
            <a:off x="3177665" y="4293367"/>
            <a:ext cx="21121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Higher subscription </a:t>
            </a:r>
          </a:p>
          <a:p>
            <a:r>
              <a:rPr lang="en-US" sz="1000"/>
              <a:t>      costs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Niche target audience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6F8166FA-5622-3E9D-190D-03081A61277A}"/>
              </a:ext>
            </a:extLst>
          </p:cNvPr>
          <p:cNvSpPr txBox="1"/>
          <p:nvPr/>
        </p:nvSpPr>
        <p:spPr>
          <a:xfrm>
            <a:off x="4696887" y="4261677"/>
            <a:ext cx="2112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Expand content </a:t>
            </a:r>
          </a:p>
          <a:p>
            <a:r>
              <a:rPr lang="en-US" sz="1000"/>
              <a:t>     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Increase market</a:t>
            </a:r>
          </a:p>
          <a:p>
            <a:r>
              <a:rPr lang="en-US" sz="1000"/>
              <a:t>     penetration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712E1B2E-F141-C7D1-1297-30D3B2346BC1}"/>
              </a:ext>
            </a:extLst>
          </p:cNvPr>
          <p:cNvSpPr txBox="1"/>
          <p:nvPr/>
        </p:nvSpPr>
        <p:spPr>
          <a:xfrm>
            <a:off x="6076087" y="4268699"/>
            <a:ext cx="1904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Growing free</a:t>
            </a:r>
          </a:p>
          <a:p>
            <a:r>
              <a:rPr lang="en-US" sz="1000"/>
              <a:t>      alternatives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Increasing competition</a:t>
            </a:r>
          </a:p>
          <a:p>
            <a:r>
              <a:rPr lang="en-US" sz="1000"/>
              <a:t>      pressure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9CE8B8BD-6327-AE55-7BB1-E2BFA6F2E3E9}"/>
              </a:ext>
            </a:extLst>
          </p:cNvPr>
          <p:cNvSpPr txBox="1"/>
          <p:nvPr/>
        </p:nvSpPr>
        <p:spPr>
          <a:xfrm>
            <a:off x="1719272" y="5028376"/>
            <a:ext cx="19041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User-friendly platform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Strong financial </a:t>
            </a:r>
          </a:p>
          <a:p>
            <a:r>
              <a:rPr lang="en-US" sz="900"/>
              <a:t>      education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E55A8418-6820-730C-3192-3AE12F8559BB}"/>
              </a:ext>
            </a:extLst>
          </p:cNvPr>
          <p:cNvSpPr txBox="1"/>
          <p:nvPr/>
        </p:nvSpPr>
        <p:spPr>
          <a:xfrm>
            <a:off x="3244146" y="5099689"/>
            <a:ext cx="19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Limited advanced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Reliant on beginners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48037126-353D-DC02-DC9D-669C0E17C837}"/>
              </a:ext>
            </a:extLst>
          </p:cNvPr>
          <p:cNvSpPr txBox="1"/>
          <p:nvPr/>
        </p:nvSpPr>
        <p:spPr>
          <a:xfrm>
            <a:off x="4777953" y="5047564"/>
            <a:ext cx="19041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Expand premium</a:t>
            </a:r>
          </a:p>
          <a:p>
            <a:r>
              <a:rPr lang="en-US" sz="900"/>
              <a:t>      offerings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Enter global markets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BA069A3D-9BBA-402A-639B-9A61052E64CF}"/>
              </a:ext>
            </a:extLst>
          </p:cNvPr>
          <p:cNvSpPr txBox="1"/>
          <p:nvPr/>
        </p:nvSpPr>
        <p:spPr>
          <a:xfrm>
            <a:off x="6090954" y="4937203"/>
            <a:ext cx="19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Intense competition </a:t>
            </a:r>
          </a:p>
          <a:p>
            <a:r>
              <a:rPr lang="en-US" sz="900"/>
              <a:t>      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Regulatory financial</a:t>
            </a:r>
          </a:p>
          <a:p>
            <a:r>
              <a:rPr lang="en-US" sz="900"/>
              <a:t>      changes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5FFEABCC-857D-B01E-399D-9F3FE66E6C3B}"/>
              </a:ext>
            </a:extLst>
          </p:cNvPr>
          <p:cNvSpPr txBox="1"/>
          <p:nvPr/>
        </p:nvSpPr>
        <p:spPr>
          <a:xfrm>
            <a:off x="1742116" y="5595220"/>
            <a:ext cx="19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Extensive financial</a:t>
            </a:r>
          </a:p>
          <a:p>
            <a:r>
              <a:rPr lang="en-US" sz="900"/>
              <a:t>      coverage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Trusted industry</a:t>
            </a:r>
          </a:p>
          <a:p>
            <a:r>
              <a:rPr lang="en-US" sz="900"/>
              <a:t>       brand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E3415D7D-13AF-5D4C-13D9-101A6B06948B}"/>
              </a:ext>
            </a:extLst>
          </p:cNvPr>
          <p:cNvSpPr txBox="1"/>
          <p:nvPr/>
        </p:nvSpPr>
        <p:spPr>
          <a:xfrm>
            <a:off x="3215305" y="5589740"/>
            <a:ext cx="19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Overwhelming interface   complexity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Premium content </a:t>
            </a:r>
          </a:p>
          <a:p>
            <a:r>
              <a:rPr lang="en-US" sz="900"/>
              <a:t>      restrictions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3A4BA4BB-7453-4F47-A5D9-2332E08F92D9}"/>
              </a:ext>
            </a:extLst>
          </p:cNvPr>
          <p:cNvSpPr txBox="1"/>
          <p:nvPr/>
        </p:nvSpPr>
        <p:spPr>
          <a:xfrm>
            <a:off x="4710274" y="5592898"/>
            <a:ext cx="19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Expand mobile app </a:t>
            </a:r>
          </a:p>
          <a:p>
            <a:r>
              <a:rPr lang="en-US" sz="900"/>
              <a:t>     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Monetize through </a:t>
            </a:r>
          </a:p>
          <a:p>
            <a:r>
              <a:rPr lang="en-US" sz="900"/>
              <a:t>      personalized content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95409397-103C-7BB9-F974-67E292A6BE33}"/>
              </a:ext>
            </a:extLst>
          </p:cNvPr>
          <p:cNvSpPr txBox="1"/>
          <p:nvPr/>
        </p:nvSpPr>
        <p:spPr>
          <a:xfrm>
            <a:off x="6178802" y="5622364"/>
            <a:ext cx="19041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Increasing competition presence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Rise of free platforms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F6BDE045-5BFA-EDB6-D1D4-87474F58D1F2}"/>
              </a:ext>
            </a:extLst>
          </p:cNvPr>
          <p:cNvSpPr txBox="1"/>
          <p:nvPr/>
        </p:nvSpPr>
        <p:spPr>
          <a:xfrm>
            <a:off x="1723047" y="6249345"/>
            <a:ext cx="19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Comprehensive finance </a:t>
            </a:r>
          </a:p>
          <a:p>
            <a:r>
              <a:rPr lang="en-US" sz="900"/>
              <a:t>       courses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Simplified investment</a:t>
            </a:r>
          </a:p>
          <a:p>
            <a:r>
              <a:rPr lang="en-US" sz="900"/>
              <a:t>      tools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94267F09-56D8-BBCD-E93B-D1D2472E42FD}"/>
              </a:ext>
            </a:extLst>
          </p:cNvPr>
          <p:cNvSpPr txBox="1"/>
          <p:nvPr/>
        </p:nvSpPr>
        <p:spPr>
          <a:xfrm>
            <a:off x="3230996" y="6245288"/>
            <a:ext cx="19041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Limited brand </a:t>
            </a:r>
          </a:p>
          <a:p>
            <a:r>
              <a:rPr lang="en-US" sz="900"/>
              <a:t>      recognition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Niche audience focus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A625B257-3267-B3E3-5868-5C26CACF39C3}"/>
              </a:ext>
            </a:extLst>
          </p:cNvPr>
          <p:cNvSpPr txBox="1"/>
          <p:nvPr/>
        </p:nvSpPr>
        <p:spPr>
          <a:xfrm>
            <a:off x="4696887" y="6275636"/>
            <a:ext cx="19041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Expand content variety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Collaborate with</a:t>
            </a:r>
          </a:p>
          <a:p>
            <a:r>
              <a:rPr lang="en-US" sz="900"/>
              <a:t>      financial institutions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D1577615-1B58-6700-C348-6BDBBEFD6E7D}"/>
              </a:ext>
            </a:extLst>
          </p:cNvPr>
          <p:cNvSpPr txBox="1"/>
          <p:nvPr/>
        </p:nvSpPr>
        <p:spPr>
          <a:xfrm>
            <a:off x="6090954" y="6216185"/>
            <a:ext cx="19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Growing competitor </a:t>
            </a:r>
          </a:p>
          <a:p>
            <a:r>
              <a:rPr lang="en-US" sz="900"/>
              <a:t>      platforms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Regulatory changes</a:t>
            </a:r>
          </a:p>
          <a:p>
            <a:r>
              <a:rPr lang="en-US" sz="900"/>
              <a:t>      affecting finance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B4119ECC-C61C-FF09-A4CF-588817A70433}"/>
              </a:ext>
            </a:extLst>
          </p:cNvPr>
          <p:cNvSpPr txBox="1"/>
          <p:nvPr/>
        </p:nvSpPr>
        <p:spPr>
          <a:xfrm>
            <a:off x="7673013" y="3546193"/>
            <a:ext cx="3076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>
                <a:solidFill>
                  <a:srgbClr val="003366"/>
                </a:solidFill>
                <a:effectLst/>
                <a:latin typeface="Open Sans" panose="020B0606030504020204" pitchFamily="34" charset="0"/>
              </a:rPr>
              <a:t>Competitive </a:t>
            </a:r>
            <a:r>
              <a:rPr lang="en-US" b="1" i="0">
                <a:solidFill>
                  <a:schemeClr val="bg2">
                    <a:lumMod val="90000"/>
                  </a:schemeClr>
                </a:solidFill>
                <a:effectLst/>
                <a:latin typeface="Open Sans" panose="020B0606030504020204" pitchFamily="34" charset="0"/>
              </a:rPr>
              <a:t>Moat </a:t>
            </a:r>
            <a:r>
              <a:rPr lang="en-US" b="1" i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of</a:t>
            </a:r>
          </a:p>
        </p:txBody>
      </p:sp>
      <p:pic>
        <p:nvPicPr>
          <p:cNvPr id="3106" name="Picture 34" descr="Finshots | Financial News made simple">
            <a:extLst>
              <a:ext uri="{FF2B5EF4-FFF2-40B4-BE49-F238E27FC236}">
                <a16:creationId xmlns:a16="http://schemas.microsoft.com/office/drawing/2014/main" id="{F49AA032-C1D7-943C-F485-49962AC2D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894" y="3562577"/>
            <a:ext cx="1522397" cy="39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38" descr="Fairy Tale Castle PNG Transparent Images Free Download | Vector Files |  Pngtree">
            <a:extLst>
              <a:ext uri="{FF2B5EF4-FFF2-40B4-BE49-F238E27FC236}">
                <a16:creationId xmlns:a16="http://schemas.microsoft.com/office/drawing/2014/main" id="{90CFD328-392B-238E-3268-8D49E1837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379" y="3772033"/>
            <a:ext cx="609055" cy="60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2" name="Group 3081">
            <a:extLst>
              <a:ext uri="{FF2B5EF4-FFF2-40B4-BE49-F238E27FC236}">
                <a16:creationId xmlns:a16="http://schemas.microsoft.com/office/drawing/2014/main" id="{273B373E-5727-6EC4-94E2-F208E9C1839B}"/>
              </a:ext>
            </a:extLst>
          </p:cNvPr>
          <p:cNvGrpSpPr/>
          <p:nvPr/>
        </p:nvGrpSpPr>
        <p:grpSpPr>
          <a:xfrm>
            <a:off x="7715532" y="4403414"/>
            <a:ext cx="10892052" cy="2421297"/>
            <a:chOff x="7737907" y="4160980"/>
            <a:chExt cx="10892052" cy="2421297"/>
          </a:xfrm>
        </p:grpSpPr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D0443EA2-6EEF-3CC7-628C-E701F608E703}"/>
                </a:ext>
              </a:extLst>
            </p:cNvPr>
            <p:cNvSpPr/>
            <p:nvPr/>
          </p:nvSpPr>
          <p:spPr>
            <a:xfrm>
              <a:off x="7788295" y="4160980"/>
              <a:ext cx="1972622" cy="338255"/>
            </a:xfrm>
            <a:prstGeom prst="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03366"/>
                  </a:solidFill>
                </a:rPr>
                <a:t>Strong Brand Credibility</a:t>
              </a:r>
            </a:p>
          </p:txBody>
        </p:sp>
        <p:pic>
          <p:nvPicPr>
            <p:cNvPr id="3108" name="Picture 36" descr="zerodha profit: Zerodha may make Rs 2,500 crore profit in FY23: Report -  The Economic Times">
              <a:extLst>
                <a:ext uri="{FF2B5EF4-FFF2-40B4-BE49-F238E27FC236}">
                  <a16:creationId xmlns:a16="http://schemas.microsoft.com/office/drawing/2014/main" id="{9E176530-261D-A53B-200A-9F7A580D6E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3" t="35813" r="7400" b="40161"/>
            <a:stretch/>
          </p:blipFill>
          <p:spPr bwMode="auto">
            <a:xfrm>
              <a:off x="10155729" y="4358959"/>
              <a:ext cx="1284113" cy="196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FB2932CD-BDEB-7F82-9D73-E4A17FC00C5C}"/>
                </a:ext>
              </a:extLst>
            </p:cNvPr>
            <p:cNvSpPr txBox="1"/>
            <p:nvPr/>
          </p:nvSpPr>
          <p:spPr>
            <a:xfrm>
              <a:off x="9821518" y="4162703"/>
              <a:ext cx="24100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2">
                      <a:lumMod val="25000"/>
                    </a:schemeClr>
                  </a:solidFill>
                </a:rPr>
                <a:t>Backed by Trusted Financial Partner</a:t>
              </a:r>
            </a:p>
          </p:txBody>
        </p:sp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02FFE2B0-2920-D53D-C40F-D421274B049E}"/>
                </a:ext>
              </a:extLst>
            </p:cNvPr>
            <p:cNvSpPr/>
            <p:nvPr/>
          </p:nvSpPr>
          <p:spPr>
            <a:xfrm>
              <a:off x="7788295" y="4694778"/>
              <a:ext cx="1972622" cy="338255"/>
            </a:xfrm>
            <a:prstGeom prst="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03366"/>
                  </a:solidFill>
                </a:rPr>
                <a:t>Simplified Content Strategy</a:t>
              </a:r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AB4743AE-6E22-EEA0-D6E2-CD44C6FD0F2C}"/>
                </a:ext>
              </a:extLst>
            </p:cNvPr>
            <p:cNvSpPr txBox="1"/>
            <p:nvPr/>
          </p:nvSpPr>
          <p:spPr>
            <a:xfrm>
              <a:off x="9760917" y="4744562"/>
              <a:ext cx="61507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/>
                <a:t>Engages readers with </a:t>
              </a:r>
              <a:r>
                <a:rPr lang="en-US" sz="1000" b="1">
                  <a:solidFill>
                    <a:srgbClr val="003366"/>
                  </a:solidFill>
                </a:rPr>
                <a:t>jargon-free language</a:t>
              </a:r>
            </a:p>
          </p:txBody>
        </p:sp>
        <p:sp>
          <p:nvSpPr>
            <p:cNvPr id="1086" name="Rectangle 1085">
              <a:extLst>
                <a:ext uri="{FF2B5EF4-FFF2-40B4-BE49-F238E27FC236}">
                  <a16:creationId xmlns:a16="http://schemas.microsoft.com/office/drawing/2014/main" id="{4F93ED35-3502-7DED-15FE-DFF543F39060}"/>
                </a:ext>
              </a:extLst>
            </p:cNvPr>
            <p:cNvSpPr/>
            <p:nvPr/>
          </p:nvSpPr>
          <p:spPr>
            <a:xfrm>
              <a:off x="7763369" y="5214820"/>
              <a:ext cx="1972622" cy="338255"/>
            </a:xfrm>
            <a:prstGeom prst="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03366"/>
                  </a:solidFill>
                </a:rPr>
                <a:t>Diversified Content Channels</a:t>
              </a:r>
            </a:p>
          </p:txBody>
        </p:sp>
        <p:sp>
          <p:nvSpPr>
            <p:cNvPr id="3072" name="TextBox 3071">
              <a:extLst>
                <a:ext uri="{FF2B5EF4-FFF2-40B4-BE49-F238E27FC236}">
                  <a16:creationId xmlns:a16="http://schemas.microsoft.com/office/drawing/2014/main" id="{36608043-2A40-1850-C7BD-7340291321C2}"/>
                </a:ext>
              </a:extLst>
            </p:cNvPr>
            <p:cNvSpPr txBox="1"/>
            <p:nvPr/>
          </p:nvSpPr>
          <p:spPr>
            <a:xfrm>
              <a:off x="9760917" y="5259620"/>
              <a:ext cx="79795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/>
                <a:t>Reaches audience via multiple platforms</a:t>
              </a:r>
            </a:p>
          </p:txBody>
        </p:sp>
        <p:sp>
          <p:nvSpPr>
            <p:cNvPr id="3073" name="Rectangle 3072">
              <a:extLst>
                <a:ext uri="{FF2B5EF4-FFF2-40B4-BE49-F238E27FC236}">
                  <a16:creationId xmlns:a16="http://schemas.microsoft.com/office/drawing/2014/main" id="{5C691E94-8C13-817E-2612-417D782DA484}"/>
                </a:ext>
              </a:extLst>
            </p:cNvPr>
            <p:cNvSpPr/>
            <p:nvPr/>
          </p:nvSpPr>
          <p:spPr>
            <a:xfrm>
              <a:off x="7763369" y="5732795"/>
              <a:ext cx="1972622" cy="338255"/>
            </a:xfrm>
            <a:prstGeom prst="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03366"/>
                  </a:solidFill>
                </a:rPr>
                <a:t>High Quality Infographics</a:t>
              </a:r>
            </a:p>
          </p:txBody>
        </p:sp>
        <p:sp>
          <p:nvSpPr>
            <p:cNvPr id="3077" name="TextBox 3076">
              <a:extLst>
                <a:ext uri="{FF2B5EF4-FFF2-40B4-BE49-F238E27FC236}">
                  <a16:creationId xmlns:a16="http://schemas.microsoft.com/office/drawing/2014/main" id="{33B97F7F-7356-C690-5C91-EA275CB28498}"/>
                </a:ext>
              </a:extLst>
            </p:cNvPr>
            <p:cNvSpPr txBox="1"/>
            <p:nvPr/>
          </p:nvSpPr>
          <p:spPr>
            <a:xfrm>
              <a:off x="9788673" y="5743646"/>
              <a:ext cx="23718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/>
                <a:t>Visually appealing, enhances content</a:t>
              </a:r>
            </a:p>
            <a:p>
              <a:r>
                <a:rPr lang="en-US" sz="1000"/>
                <a:t>understanding</a:t>
              </a:r>
            </a:p>
          </p:txBody>
        </p:sp>
        <p:sp>
          <p:nvSpPr>
            <p:cNvPr id="3079" name="Rectangle 3078">
              <a:extLst>
                <a:ext uri="{FF2B5EF4-FFF2-40B4-BE49-F238E27FC236}">
                  <a16:creationId xmlns:a16="http://schemas.microsoft.com/office/drawing/2014/main" id="{C604B307-1AF7-5430-C456-6CCC32EE97AE}"/>
                </a:ext>
              </a:extLst>
            </p:cNvPr>
            <p:cNvSpPr/>
            <p:nvPr/>
          </p:nvSpPr>
          <p:spPr>
            <a:xfrm>
              <a:off x="7737907" y="6244022"/>
              <a:ext cx="1972622" cy="338255"/>
            </a:xfrm>
            <a:prstGeom prst="rect">
              <a:avLst/>
            </a:prstGeom>
            <a:solidFill>
              <a:srgbClr val="FFC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03366"/>
                  </a:solidFill>
                </a:rPr>
                <a:t>Multi-format Content Delivery</a:t>
              </a:r>
            </a:p>
          </p:txBody>
        </p:sp>
        <p:sp>
          <p:nvSpPr>
            <p:cNvPr id="3081" name="TextBox 3080">
              <a:extLst>
                <a:ext uri="{FF2B5EF4-FFF2-40B4-BE49-F238E27FC236}">
                  <a16:creationId xmlns:a16="http://schemas.microsoft.com/office/drawing/2014/main" id="{48458F2A-B740-7287-E81E-77457536D627}"/>
                </a:ext>
              </a:extLst>
            </p:cNvPr>
            <p:cNvSpPr txBox="1"/>
            <p:nvPr/>
          </p:nvSpPr>
          <p:spPr>
            <a:xfrm>
              <a:off x="9735991" y="6283330"/>
              <a:ext cx="88939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000"/>
                <a:t>Email, podcasts, social media, videos</a:t>
              </a:r>
              <a:endParaRPr 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390870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shots">
            <a:extLst>
              <a:ext uri="{FF2B5EF4-FFF2-40B4-BE49-F238E27FC236}">
                <a16:creationId xmlns:a16="http://schemas.microsoft.com/office/drawing/2014/main" id="{B00785B2-1C30-8B49-FB58-3AF88E853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84"/>
          <a:stretch/>
        </p:blipFill>
        <p:spPr bwMode="auto">
          <a:xfrm>
            <a:off x="-1" y="-1"/>
            <a:ext cx="12192001" cy="49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29375-E735-0FC8-F21B-D95D9A9C2341}"/>
              </a:ext>
            </a:extLst>
          </p:cNvPr>
          <p:cNvSpPr txBox="1"/>
          <p:nvPr/>
        </p:nvSpPr>
        <p:spPr>
          <a:xfrm>
            <a:off x="484495" y="93092"/>
            <a:ext cx="1057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Proposed Initiative – "Real-Life Financial Success Stories" Podcast Series</a:t>
            </a:r>
          </a:p>
        </p:txBody>
      </p:sp>
      <p:pic>
        <p:nvPicPr>
          <p:cNvPr id="4" name="Picture 19" descr="Finshots | Financial News made simple">
            <a:extLst>
              <a:ext uri="{FF2B5EF4-FFF2-40B4-BE49-F238E27FC236}">
                <a16:creationId xmlns:a16="http://schemas.microsoft.com/office/drawing/2014/main" id="{B7301FC5-3A37-13D3-FB31-B7A593D5F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049" y="29996"/>
            <a:ext cx="428626" cy="4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4C7A3-03B7-86DB-6793-1ED87A42B24D}"/>
              </a:ext>
            </a:extLst>
          </p:cNvPr>
          <p:cNvCxnSpPr/>
          <p:nvPr/>
        </p:nvCxnSpPr>
        <p:spPr>
          <a:xfrm>
            <a:off x="0" y="3538641"/>
            <a:ext cx="12269337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4A2DA9D-6713-DBC0-CD5F-6EF4D924F4F7}"/>
              </a:ext>
            </a:extLst>
          </p:cNvPr>
          <p:cNvSpPr txBox="1"/>
          <p:nvPr/>
        </p:nvSpPr>
        <p:spPr>
          <a:xfrm>
            <a:off x="624385" y="569784"/>
            <a:ext cx="211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Podcast Concept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E1C6B1-D032-FF35-EE4D-4235129D8ADE}"/>
              </a:ext>
            </a:extLst>
          </p:cNvPr>
          <p:cNvCxnSpPr>
            <a:cxnSpLocks/>
          </p:cNvCxnSpPr>
          <p:nvPr/>
        </p:nvCxnSpPr>
        <p:spPr>
          <a:xfrm>
            <a:off x="3364173" y="491318"/>
            <a:ext cx="0" cy="30571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E70686E-34CB-015D-967A-C0DEEF59F40A}"/>
              </a:ext>
            </a:extLst>
          </p:cNvPr>
          <p:cNvSpPr txBox="1"/>
          <p:nvPr/>
        </p:nvSpPr>
        <p:spPr>
          <a:xfrm>
            <a:off x="116007" y="961382"/>
            <a:ext cx="3152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Launch a </a:t>
            </a:r>
            <a:r>
              <a:rPr lang="en-US" sz="1000" b="1">
                <a:solidFill>
                  <a:schemeClr val="accent1"/>
                </a:solidFill>
              </a:rPr>
              <a:t>YouTube and podcast series </a:t>
            </a:r>
            <a:r>
              <a:rPr lang="en-US" sz="1000"/>
              <a:t>featuring real-life financial success stories, hosted by a Finshots team member interviewing individuals who’ve achieved financial success</a:t>
            </a:r>
          </a:p>
        </p:txBody>
      </p:sp>
      <p:pic>
        <p:nvPicPr>
          <p:cNvPr id="1034" name="Picture 10" descr="The YouTube logo: a history | Creative Bloq">
            <a:extLst>
              <a:ext uri="{FF2B5EF4-FFF2-40B4-BE49-F238E27FC236}">
                <a16:creationId xmlns:a16="http://schemas.microsoft.com/office/drawing/2014/main" id="{1C407CEF-6587-1C5A-09F4-0D4E686E5A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1" b="29293"/>
          <a:stretch/>
        </p:blipFill>
        <p:spPr bwMode="auto">
          <a:xfrm>
            <a:off x="116007" y="1752715"/>
            <a:ext cx="1401027" cy="29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ogo and Brand Assets — Spotify">
            <a:extLst>
              <a:ext uri="{FF2B5EF4-FFF2-40B4-BE49-F238E27FC236}">
                <a16:creationId xmlns:a16="http://schemas.microsoft.com/office/drawing/2014/main" id="{5E700C24-40E3-5E48-072F-94510639C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34" y="1632278"/>
            <a:ext cx="535148" cy="53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3147FC0-ACE8-531C-3EC3-F8B3662A33EE}"/>
              </a:ext>
            </a:extLst>
          </p:cNvPr>
          <p:cNvSpPr txBox="1"/>
          <p:nvPr/>
        </p:nvSpPr>
        <p:spPr>
          <a:xfrm>
            <a:off x="2114500" y="1632278"/>
            <a:ext cx="10918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>
                <a:solidFill>
                  <a:schemeClr val="accent1"/>
                </a:solidFill>
              </a:rPr>
              <a:t>&amp; other platforms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3C41CB78-CE26-4064-4FF4-E8850AF2AAC4}"/>
              </a:ext>
            </a:extLst>
          </p:cNvPr>
          <p:cNvSpPr/>
          <p:nvPr/>
        </p:nvSpPr>
        <p:spPr>
          <a:xfrm>
            <a:off x="1444104" y="2300175"/>
            <a:ext cx="223055" cy="508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4B7AFE-C157-DB34-DBC0-6EF4087B1725}"/>
              </a:ext>
            </a:extLst>
          </p:cNvPr>
          <p:cNvSpPr txBox="1"/>
          <p:nvPr/>
        </p:nvSpPr>
        <p:spPr>
          <a:xfrm>
            <a:off x="111692" y="2909580"/>
            <a:ext cx="3094628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/>
              <a:t>Each episode will focus on one person’s journey, breaking down their financial strategies, challenges, and key decisions that led to success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083CD9-BAF1-45D8-4DB5-BF12A1DB68E2}"/>
              </a:ext>
            </a:extLst>
          </p:cNvPr>
          <p:cNvSpPr txBox="1"/>
          <p:nvPr/>
        </p:nvSpPr>
        <p:spPr>
          <a:xfrm>
            <a:off x="3767350" y="504328"/>
            <a:ext cx="2756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Cross-Platform Strategy</a:t>
            </a:r>
          </a:p>
        </p:txBody>
      </p:sp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646E1221-53F7-77F0-CDAE-CDC4A7D73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039898"/>
              </p:ext>
            </p:extLst>
          </p:nvPr>
        </p:nvGraphicFramePr>
        <p:xfrm>
          <a:off x="3426492" y="886670"/>
          <a:ext cx="3568888" cy="2685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DA618D-2B07-9000-06DF-84DEF005BB6A}"/>
              </a:ext>
            </a:extLst>
          </p:cNvPr>
          <p:cNvCxnSpPr>
            <a:cxnSpLocks/>
          </p:cNvCxnSpPr>
          <p:nvPr/>
        </p:nvCxnSpPr>
        <p:spPr>
          <a:xfrm>
            <a:off x="7058167" y="515224"/>
            <a:ext cx="0" cy="30571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34A6523-15C4-66D2-4C33-F4BD0EC67772}"/>
              </a:ext>
            </a:extLst>
          </p:cNvPr>
          <p:cNvSpPr txBox="1"/>
          <p:nvPr/>
        </p:nvSpPr>
        <p:spPr>
          <a:xfrm>
            <a:off x="7933091" y="531189"/>
            <a:ext cx="2756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3366"/>
                </a:solidFill>
              </a:rPr>
              <a:t>Target Audience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0545123-2C06-B60C-4FBD-9B8CFFE2C3E1}"/>
              </a:ext>
            </a:extLst>
          </p:cNvPr>
          <p:cNvCxnSpPr>
            <a:cxnSpLocks/>
          </p:cNvCxnSpPr>
          <p:nvPr/>
        </p:nvCxnSpPr>
        <p:spPr>
          <a:xfrm>
            <a:off x="9689911" y="900521"/>
            <a:ext cx="0" cy="25282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9FBE50-1D41-939F-E3A4-A01E93BF2629}"/>
              </a:ext>
            </a:extLst>
          </p:cNvPr>
          <p:cNvCxnSpPr>
            <a:cxnSpLocks/>
          </p:cNvCxnSpPr>
          <p:nvPr/>
        </p:nvCxnSpPr>
        <p:spPr>
          <a:xfrm flipH="1">
            <a:off x="7180997" y="2043774"/>
            <a:ext cx="50110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F080421D-9D2E-F994-95E4-38C99EDDD7B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4071" b="6387"/>
          <a:stretch/>
        </p:blipFill>
        <p:spPr>
          <a:xfrm>
            <a:off x="7292639" y="1052557"/>
            <a:ext cx="640452" cy="44538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F012123-86AB-9251-0D19-C108B40E82A2}"/>
              </a:ext>
            </a:extLst>
          </p:cNvPr>
          <p:cNvSpPr txBox="1"/>
          <p:nvPr/>
        </p:nvSpPr>
        <p:spPr>
          <a:xfrm>
            <a:off x="7551191" y="1084492"/>
            <a:ext cx="2391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</a:rPr>
              <a:t>Young Professionals </a:t>
            </a:r>
          </a:p>
          <a:p>
            <a:pPr algn="ctr"/>
            <a:r>
              <a:rPr lang="en-US" sz="1200" b="1">
                <a:solidFill>
                  <a:schemeClr val="accent1"/>
                </a:solidFill>
              </a:rPr>
              <a:t>    (Ages 20-35)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C00415-B45D-549A-634D-DAFF73DF1810}"/>
              </a:ext>
            </a:extLst>
          </p:cNvPr>
          <p:cNvSpPr txBox="1"/>
          <p:nvPr/>
        </p:nvSpPr>
        <p:spPr>
          <a:xfrm>
            <a:off x="7264974" y="1633888"/>
            <a:ext cx="22771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75% </a:t>
            </a:r>
            <a:r>
              <a:rPr lang="en-US" sz="1000"/>
              <a:t>of Gen Z and Millennials want to improve their financial literacy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DD0691-877B-55A0-1C3E-0CAA17571B63}"/>
              </a:ext>
            </a:extLst>
          </p:cNvPr>
          <p:cNvSpPr txBox="1"/>
          <p:nvPr/>
        </p:nvSpPr>
        <p:spPr>
          <a:xfrm>
            <a:off x="7643902" y="2300175"/>
            <a:ext cx="239177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</a:rPr>
              <a:t>Students and</a:t>
            </a:r>
          </a:p>
          <a:p>
            <a:pPr algn="ctr"/>
            <a:r>
              <a:rPr lang="en-US" sz="1200" b="1">
                <a:solidFill>
                  <a:schemeClr val="accent1"/>
                </a:solidFill>
              </a:rPr>
              <a:t> Recent Graduates</a:t>
            </a:r>
          </a:p>
        </p:txBody>
      </p:sp>
      <p:pic>
        <p:nvPicPr>
          <p:cNvPr id="1038" name="Picture 14" descr="Student - Free user icons">
            <a:extLst>
              <a:ext uri="{FF2B5EF4-FFF2-40B4-BE49-F238E27FC236}">
                <a16:creationId xmlns:a16="http://schemas.microsoft.com/office/drawing/2014/main" id="{14202270-1C46-EBC7-0D1D-31067A27B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639" y="2140307"/>
            <a:ext cx="625339" cy="62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9B28FFB8-FCCE-648A-E6E9-F5690FB6CB22}"/>
              </a:ext>
            </a:extLst>
          </p:cNvPr>
          <p:cNvSpPr txBox="1"/>
          <p:nvPr/>
        </p:nvSpPr>
        <p:spPr>
          <a:xfrm>
            <a:off x="7292639" y="2925491"/>
            <a:ext cx="24844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27% </a:t>
            </a:r>
            <a:r>
              <a:rPr lang="en-US" sz="1000"/>
              <a:t>of Indian students receive financial </a:t>
            </a:r>
          </a:p>
          <a:p>
            <a:r>
              <a:rPr lang="en-US" sz="1000"/>
              <a:t>education at school</a:t>
            </a:r>
          </a:p>
          <a:p>
            <a:r>
              <a:rPr lang="en-US" sz="1000"/>
              <a:t> (OECD, 2019)</a:t>
            </a:r>
          </a:p>
        </p:txBody>
      </p:sp>
      <p:pic>
        <p:nvPicPr>
          <p:cNvPr id="1040" name="Picture 16" descr="Population - Free people icons">
            <a:extLst>
              <a:ext uri="{FF2B5EF4-FFF2-40B4-BE49-F238E27FC236}">
                <a16:creationId xmlns:a16="http://schemas.microsoft.com/office/drawing/2014/main" id="{A0462DB6-5630-92FD-AD7F-0D5042E8B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8023" y="974378"/>
            <a:ext cx="529694" cy="52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57E86CB-9E71-F9E1-C6C5-8B2A0434BB6C}"/>
              </a:ext>
            </a:extLst>
          </p:cNvPr>
          <p:cNvSpPr txBox="1"/>
          <p:nvPr/>
        </p:nvSpPr>
        <p:spPr>
          <a:xfrm>
            <a:off x="9983905" y="988935"/>
            <a:ext cx="239177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</a:rPr>
              <a:t>Urban and Semi-Urban Population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765273-8D3C-6F01-D0CF-371524B6A2F9}"/>
              </a:ext>
            </a:extLst>
          </p:cNvPr>
          <p:cNvSpPr txBox="1"/>
          <p:nvPr/>
        </p:nvSpPr>
        <p:spPr>
          <a:xfrm>
            <a:off x="9686498" y="1533988"/>
            <a:ext cx="28216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69% </a:t>
            </a:r>
            <a:r>
              <a:rPr lang="en-US" sz="1000"/>
              <a:t>of urban Indian users consume financial content online</a:t>
            </a:r>
          </a:p>
          <a:p>
            <a:r>
              <a:rPr lang="en-US" sz="1000"/>
              <a:t> (KPMG, 2021)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C15971-F3A9-D230-C770-6C34FFD0798D}"/>
              </a:ext>
            </a:extLst>
          </p:cNvPr>
          <p:cNvSpPr txBox="1"/>
          <p:nvPr/>
        </p:nvSpPr>
        <p:spPr>
          <a:xfrm>
            <a:off x="10281074" y="2343751"/>
            <a:ext cx="2227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</a:rPr>
              <a:t>Low to Middle-Income Groups</a:t>
            </a:r>
          </a:p>
        </p:txBody>
      </p:sp>
      <p:pic>
        <p:nvPicPr>
          <p:cNvPr id="1042" name="Picture 18" descr="9,062 Urban Rural Icon Images, Stock Photos, 3D objects, &amp; Vectors |  Shutterstock">
            <a:extLst>
              <a:ext uri="{FF2B5EF4-FFF2-40B4-BE49-F238E27FC236}">
                <a16:creationId xmlns:a16="http://schemas.microsoft.com/office/drawing/2014/main" id="{E1B1BDB0-D670-5FA2-C8E0-67D73B8EB6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9" t="19232" b="23582"/>
          <a:stretch/>
        </p:blipFill>
        <p:spPr bwMode="auto">
          <a:xfrm>
            <a:off x="9788489" y="2300175"/>
            <a:ext cx="838345" cy="5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9D25988-BC94-CE3B-E9B9-785C9C8E03C4}"/>
              </a:ext>
            </a:extLst>
          </p:cNvPr>
          <p:cNvSpPr txBox="1"/>
          <p:nvPr/>
        </p:nvSpPr>
        <p:spPr>
          <a:xfrm>
            <a:off x="9693325" y="3028172"/>
            <a:ext cx="2576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Only 24% </a:t>
            </a:r>
            <a:r>
              <a:rPr lang="en-US" sz="1000"/>
              <a:t>of Indians are financially literate </a:t>
            </a:r>
          </a:p>
          <a:p>
            <a:r>
              <a:rPr lang="en-US" sz="1000"/>
              <a:t>(SEBI, 2020)</a:t>
            </a:r>
          </a:p>
        </p:txBody>
      </p: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EA6B792D-78CD-3B91-738C-478846F75391}"/>
              </a:ext>
            </a:extLst>
          </p:cNvPr>
          <p:cNvCxnSpPr>
            <a:cxnSpLocks/>
          </p:cNvCxnSpPr>
          <p:nvPr/>
        </p:nvCxnSpPr>
        <p:spPr>
          <a:xfrm>
            <a:off x="5986817" y="3538641"/>
            <a:ext cx="0" cy="328567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TextBox 1026">
            <a:extLst>
              <a:ext uri="{FF2B5EF4-FFF2-40B4-BE49-F238E27FC236}">
                <a16:creationId xmlns:a16="http://schemas.microsoft.com/office/drawing/2014/main" id="{4890A863-F596-A593-D897-2FD8DA5319CA}"/>
              </a:ext>
            </a:extLst>
          </p:cNvPr>
          <p:cNvSpPr txBox="1"/>
          <p:nvPr/>
        </p:nvSpPr>
        <p:spPr>
          <a:xfrm>
            <a:off x="410769" y="3651598"/>
            <a:ext cx="274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Strategic Rationale</a:t>
            </a:r>
          </a:p>
        </p:txBody>
      </p:sp>
      <p:graphicFrame>
        <p:nvGraphicFramePr>
          <p:cNvPr id="1033" name="Diagram 1032">
            <a:extLst>
              <a:ext uri="{FF2B5EF4-FFF2-40B4-BE49-F238E27FC236}">
                <a16:creationId xmlns:a16="http://schemas.microsoft.com/office/drawing/2014/main" id="{16B28288-65A3-2018-0F55-63FAB5DEAA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7623992"/>
              </p:ext>
            </p:extLst>
          </p:nvPr>
        </p:nvGraphicFramePr>
        <p:xfrm>
          <a:off x="111692" y="4095994"/>
          <a:ext cx="3094621" cy="2497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1045" name="Picture 21" descr="internet usage: How India is using the Internet - The Economic Times">
            <a:extLst>
              <a:ext uri="{FF2B5EF4-FFF2-40B4-BE49-F238E27FC236}">
                <a16:creationId xmlns:a16="http://schemas.microsoft.com/office/drawing/2014/main" id="{F8CA5C74-3AFD-2BDD-F843-9A8989FAD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303" y="3843921"/>
            <a:ext cx="2592524" cy="15587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2FAE375A-5B2F-9FBE-EA20-DB22C56E67E6}"/>
              </a:ext>
            </a:extLst>
          </p:cNvPr>
          <p:cNvSpPr txBox="1"/>
          <p:nvPr/>
        </p:nvSpPr>
        <p:spPr>
          <a:xfrm>
            <a:off x="3364173" y="5545566"/>
            <a:ext cx="2528654" cy="938719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/>
              <a:t>India was the country with the largest YouTube audience by far, with approximately 476 million users engaging with the popular social video platform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B755A5A7-7B44-969F-C8F0-456B3C9454E1}"/>
              </a:ext>
            </a:extLst>
          </p:cNvPr>
          <p:cNvSpPr txBox="1"/>
          <p:nvPr/>
        </p:nvSpPr>
        <p:spPr>
          <a:xfrm>
            <a:off x="111692" y="6627168"/>
            <a:ext cx="42328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>
                    <a:lumMod val="65000"/>
                  </a:schemeClr>
                </a:solidFill>
              </a:rPr>
              <a:t>Sources: Business Standard, ET Money, IIMA Research Paper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92E6A5DC-6A86-CD98-F9B0-1D0D907240DA}"/>
              </a:ext>
            </a:extLst>
          </p:cNvPr>
          <p:cNvSpPr txBox="1"/>
          <p:nvPr/>
        </p:nvSpPr>
        <p:spPr>
          <a:xfrm>
            <a:off x="7265138" y="3651598"/>
            <a:ext cx="274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3366"/>
                </a:solidFill>
              </a:rPr>
              <a:t>Expected Impact 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5B279750-7D6B-7736-7E0F-FC8C209E2707}"/>
              </a:ext>
            </a:extLst>
          </p:cNvPr>
          <p:cNvSpPr/>
          <p:nvPr/>
        </p:nvSpPr>
        <p:spPr>
          <a:xfrm>
            <a:off x="6080809" y="4095995"/>
            <a:ext cx="1759828" cy="249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Multimedia Reach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0FE0CBC6-8AC5-0FE7-EF8A-9F1603677AD9}"/>
              </a:ext>
            </a:extLst>
          </p:cNvPr>
          <p:cNvSpPr/>
          <p:nvPr/>
        </p:nvSpPr>
        <p:spPr>
          <a:xfrm>
            <a:off x="8183133" y="4095994"/>
            <a:ext cx="1759828" cy="249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Increased Loyalty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0F1B5D08-0C38-DD4F-F600-6E8CDAE726F8}"/>
              </a:ext>
            </a:extLst>
          </p:cNvPr>
          <p:cNvSpPr/>
          <p:nvPr/>
        </p:nvSpPr>
        <p:spPr>
          <a:xfrm>
            <a:off x="10217421" y="4075642"/>
            <a:ext cx="1759828" cy="249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Viral Potential</a:t>
            </a: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B2A0C05A-D02A-326E-9BF1-16F5573F6F49}"/>
              </a:ext>
            </a:extLst>
          </p:cNvPr>
          <p:cNvSpPr/>
          <p:nvPr/>
        </p:nvSpPr>
        <p:spPr>
          <a:xfrm>
            <a:off x="6080809" y="4345318"/>
            <a:ext cx="1759816" cy="10573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Distributing content on YouTube, podcasts, and blogs expands reach and appeals to diverse audiences</a:t>
            </a: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38EA2C28-CA79-5552-8AA1-304492673AEA}"/>
              </a:ext>
            </a:extLst>
          </p:cNvPr>
          <p:cNvSpPr/>
          <p:nvPr/>
        </p:nvSpPr>
        <p:spPr>
          <a:xfrm>
            <a:off x="8183121" y="4345318"/>
            <a:ext cx="1759816" cy="10573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Consistent delivery of success stories builds trust, encouraging long-term loyalty among Finshots subscribers</a:t>
            </a: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8431CED1-0FAD-B418-DB18-CD01311C49B1}"/>
              </a:ext>
            </a:extLst>
          </p:cNvPr>
          <p:cNvSpPr/>
          <p:nvPr/>
        </p:nvSpPr>
        <p:spPr>
          <a:xfrm>
            <a:off x="10217421" y="4336132"/>
            <a:ext cx="1759816" cy="10573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Relatable financial success stories have high shareability, driving organic growth through social media platforms</a:t>
            </a:r>
          </a:p>
        </p:txBody>
      </p:sp>
      <p:pic>
        <p:nvPicPr>
          <p:cNvPr id="1055" name="Picture 23" descr="Impact - Free business icons">
            <a:extLst>
              <a:ext uri="{FF2B5EF4-FFF2-40B4-BE49-F238E27FC236}">
                <a16:creationId xmlns:a16="http://schemas.microsoft.com/office/drawing/2014/main" id="{A5D4F4D0-8D82-BFCF-AB76-8C4C95E08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4910" y="5545566"/>
            <a:ext cx="1089760" cy="108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25" descr="Customer loyalty - Free marketing icons">
            <a:extLst>
              <a:ext uri="{FF2B5EF4-FFF2-40B4-BE49-F238E27FC236}">
                <a16:creationId xmlns:a16="http://schemas.microsoft.com/office/drawing/2014/main" id="{FCE6865B-3434-CD17-1275-57FB2C1C0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680" y="5530589"/>
            <a:ext cx="1057366" cy="105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27" descr="Multimedia - Free multimedia icons">
            <a:extLst>
              <a:ext uri="{FF2B5EF4-FFF2-40B4-BE49-F238E27FC236}">
                <a16:creationId xmlns:a16="http://schemas.microsoft.com/office/drawing/2014/main" id="{1A06E528-7E60-CB0B-A7EF-5155D320B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416" y="5669460"/>
            <a:ext cx="965866" cy="96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45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shots">
            <a:extLst>
              <a:ext uri="{FF2B5EF4-FFF2-40B4-BE49-F238E27FC236}">
                <a16:creationId xmlns:a16="http://schemas.microsoft.com/office/drawing/2014/main" id="{B00785B2-1C30-8B49-FB58-3AF88E853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84"/>
          <a:stretch/>
        </p:blipFill>
        <p:spPr bwMode="auto">
          <a:xfrm>
            <a:off x="-1" y="-1"/>
            <a:ext cx="12192001" cy="49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29375-E735-0FC8-F21B-D95D9A9C2341}"/>
              </a:ext>
            </a:extLst>
          </p:cNvPr>
          <p:cNvSpPr txBox="1"/>
          <p:nvPr/>
        </p:nvSpPr>
        <p:spPr>
          <a:xfrm>
            <a:off x="1289713" y="60992"/>
            <a:ext cx="883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Implementation Roadmap and Marketing Strategy</a:t>
            </a:r>
          </a:p>
        </p:txBody>
      </p:sp>
      <p:pic>
        <p:nvPicPr>
          <p:cNvPr id="2" name="Picture 19" descr="Finshots | Financial News made simple">
            <a:extLst>
              <a:ext uri="{FF2B5EF4-FFF2-40B4-BE49-F238E27FC236}">
                <a16:creationId xmlns:a16="http://schemas.microsoft.com/office/drawing/2014/main" id="{6AB8A58A-D116-21EE-8D70-103AA935C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049" y="29996"/>
            <a:ext cx="428626" cy="4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C46B1C-8314-6E6C-AA0A-0C1EB8F5E994}"/>
              </a:ext>
            </a:extLst>
          </p:cNvPr>
          <p:cNvSpPr txBox="1"/>
          <p:nvPr/>
        </p:nvSpPr>
        <p:spPr>
          <a:xfrm>
            <a:off x="4302457" y="474603"/>
            <a:ext cx="344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Implementation Roadmap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E51D2B-2AE2-8A7A-F60C-464C2CE6D9D2}"/>
              </a:ext>
            </a:extLst>
          </p:cNvPr>
          <p:cNvCxnSpPr>
            <a:cxnSpLocks/>
          </p:cNvCxnSpPr>
          <p:nvPr/>
        </p:nvCxnSpPr>
        <p:spPr>
          <a:xfrm>
            <a:off x="0" y="3555242"/>
            <a:ext cx="1225569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2" name="Picture 4" descr="Content creator - Free technology icons">
            <a:extLst>
              <a:ext uri="{FF2B5EF4-FFF2-40B4-BE49-F238E27FC236}">
                <a16:creationId xmlns:a16="http://schemas.microsoft.com/office/drawing/2014/main" id="{CD2705A0-41AD-E5B8-88C6-6BED1CCC1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84" y="2773967"/>
            <a:ext cx="644857" cy="64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9F360B-6EF5-D95C-2236-CD5F1AC814EF}"/>
              </a:ext>
            </a:extLst>
          </p:cNvPr>
          <p:cNvCxnSpPr>
            <a:cxnSpLocks/>
          </p:cNvCxnSpPr>
          <p:nvPr/>
        </p:nvCxnSpPr>
        <p:spPr>
          <a:xfrm>
            <a:off x="1289707" y="2035077"/>
            <a:ext cx="1" cy="73889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C7122DA-0E6A-80AA-9AAC-38065E7F1B67}"/>
              </a:ext>
            </a:extLst>
          </p:cNvPr>
          <p:cNvSpPr txBox="1"/>
          <p:nvPr/>
        </p:nvSpPr>
        <p:spPr>
          <a:xfrm>
            <a:off x="237837" y="699840"/>
            <a:ext cx="2217761" cy="1338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Content Creation (Month 1-2)</a:t>
            </a:r>
          </a:p>
          <a:p>
            <a:endParaRPr lang="en-US" sz="1000" b="1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Identify diverse success stories from various demographics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Develop scripts focused on key financial insights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Record interviews with professional host in studio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20794D-8BC9-C3A0-88C4-45CFC1E17647}"/>
              </a:ext>
            </a:extLst>
          </p:cNvPr>
          <p:cNvCxnSpPr>
            <a:cxnSpLocks/>
          </p:cNvCxnSpPr>
          <p:nvPr/>
        </p:nvCxnSpPr>
        <p:spPr>
          <a:xfrm flipH="1">
            <a:off x="882836" y="942534"/>
            <a:ext cx="927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6317EB-3047-D441-97DF-FCB5032D30F8}"/>
              </a:ext>
            </a:extLst>
          </p:cNvPr>
          <p:cNvSpPr txBox="1"/>
          <p:nvPr/>
        </p:nvSpPr>
        <p:spPr>
          <a:xfrm>
            <a:off x="2648941" y="2051328"/>
            <a:ext cx="2217761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accent1"/>
                </a:solidFill>
              </a:rPr>
              <a:t>Production (Month 3)</a:t>
            </a:r>
          </a:p>
          <a:p>
            <a:pPr algn="ctr"/>
            <a:endParaRPr lang="en-US" sz="1000" b="1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Develop content for YouTube, Spotify, Apple Podcasts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Write blogs summarizing financial lessons, success stories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Execute platform launch with impactful marketing strategies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66ED25-40A2-B028-8635-52C6FDA693C1}"/>
              </a:ext>
            </a:extLst>
          </p:cNvPr>
          <p:cNvCxnSpPr>
            <a:cxnSpLocks/>
          </p:cNvCxnSpPr>
          <p:nvPr/>
        </p:nvCxnSpPr>
        <p:spPr>
          <a:xfrm flipH="1">
            <a:off x="3250860" y="2316409"/>
            <a:ext cx="927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Production - Free industry icons">
            <a:extLst>
              <a:ext uri="{FF2B5EF4-FFF2-40B4-BE49-F238E27FC236}">
                <a16:creationId xmlns:a16="http://schemas.microsoft.com/office/drawing/2014/main" id="{EE3E172E-77D0-1860-4351-9B527E21B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161" y="745394"/>
            <a:ext cx="491320" cy="49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D4FA7D-C475-E352-DBBA-17A903DDB20D}"/>
              </a:ext>
            </a:extLst>
          </p:cNvPr>
          <p:cNvCxnSpPr>
            <a:cxnSpLocks/>
          </p:cNvCxnSpPr>
          <p:nvPr/>
        </p:nvCxnSpPr>
        <p:spPr>
          <a:xfrm>
            <a:off x="3757820" y="1318367"/>
            <a:ext cx="1" cy="73889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DDE037-540C-2E17-7A97-5DD12C2C838D}"/>
              </a:ext>
            </a:extLst>
          </p:cNvPr>
          <p:cNvCxnSpPr>
            <a:cxnSpLocks/>
          </p:cNvCxnSpPr>
          <p:nvPr/>
        </p:nvCxnSpPr>
        <p:spPr>
          <a:xfrm>
            <a:off x="6458083" y="2211541"/>
            <a:ext cx="1" cy="73889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B5FFDF-39F8-F9C9-16F7-2A46E1765F0C}"/>
              </a:ext>
            </a:extLst>
          </p:cNvPr>
          <p:cNvSpPr txBox="1"/>
          <p:nvPr/>
        </p:nvSpPr>
        <p:spPr>
          <a:xfrm>
            <a:off x="5273858" y="904929"/>
            <a:ext cx="247807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accent1"/>
                </a:solidFill>
              </a:rPr>
              <a:t>Platform Launch (Month 4)</a:t>
            </a:r>
          </a:p>
          <a:p>
            <a:pPr algn="ctr"/>
            <a:endParaRPr lang="en-US" sz="1000" b="1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"Real-Life Financial Success Stories" series on YouTube and popular podcast apps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Publish blog summaries on the Finshots website with SEO-optimized keywords to drive traffic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297401-614E-D934-B608-5DB500AD3E44}"/>
              </a:ext>
            </a:extLst>
          </p:cNvPr>
          <p:cNvCxnSpPr>
            <a:cxnSpLocks/>
          </p:cNvCxnSpPr>
          <p:nvPr/>
        </p:nvCxnSpPr>
        <p:spPr>
          <a:xfrm flipH="1">
            <a:off x="5907624" y="1185919"/>
            <a:ext cx="927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1F9D8CF-CDC0-EF39-A31E-83603948B85B}"/>
              </a:ext>
            </a:extLst>
          </p:cNvPr>
          <p:cNvSpPr txBox="1"/>
          <p:nvPr/>
        </p:nvSpPr>
        <p:spPr>
          <a:xfrm>
            <a:off x="8028930" y="2031976"/>
            <a:ext cx="2478070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accent1"/>
                </a:solidFill>
              </a:rPr>
              <a:t>Audience Feedback (Month 5)</a:t>
            </a:r>
          </a:p>
          <a:p>
            <a:pPr algn="ctr"/>
            <a:endParaRPr lang="en-US" sz="1000" b="1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Gather feedback from early listeners via surveys and social media comments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/>
              <a:t>Use insights to refine content style, format, and episode frequency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1B5271-C12D-53A1-9733-9D8B6D72A1DB}"/>
              </a:ext>
            </a:extLst>
          </p:cNvPr>
          <p:cNvCxnSpPr>
            <a:cxnSpLocks/>
          </p:cNvCxnSpPr>
          <p:nvPr/>
        </p:nvCxnSpPr>
        <p:spPr>
          <a:xfrm>
            <a:off x="9267964" y="1284390"/>
            <a:ext cx="1" cy="73889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7A6570-9CFB-0D18-77B3-F40B2E99AED4}"/>
              </a:ext>
            </a:extLst>
          </p:cNvPr>
          <p:cNvCxnSpPr>
            <a:cxnSpLocks/>
          </p:cNvCxnSpPr>
          <p:nvPr/>
        </p:nvCxnSpPr>
        <p:spPr>
          <a:xfrm flipH="1">
            <a:off x="8755457" y="2316409"/>
            <a:ext cx="927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Digital platform - Free computer icons">
            <a:extLst>
              <a:ext uri="{FF2B5EF4-FFF2-40B4-BE49-F238E27FC236}">
                <a16:creationId xmlns:a16="http://schemas.microsoft.com/office/drawing/2014/main" id="{0C563C35-BE2B-EA99-790B-CE3783427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453" y="2950431"/>
            <a:ext cx="524189" cy="52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eedback - Free user icons">
            <a:extLst>
              <a:ext uri="{FF2B5EF4-FFF2-40B4-BE49-F238E27FC236}">
                <a16:creationId xmlns:a16="http://schemas.microsoft.com/office/drawing/2014/main" id="{7E1E5C3E-A8D3-59EC-8FF1-8A5D07CB7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712" y="617624"/>
            <a:ext cx="632504" cy="63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F6516D1-ECD6-D562-2B1C-5FD92D757E39}"/>
              </a:ext>
            </a:extLst>
          </p:cNvPr>
          <p:cNvSpPr txBox="1"/>
          <p:nvPr/>
        </p:nvSpPr>
        <p:spPr>
          <a:xfrm>
            <a:off x="10397405" y="924470"/>
            <a:ext cx="168499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chemeClr val="accent1"/>
                </a:solidFill>
              </a:rPr>
              <a:t>Content Consistency </a:t>
            </a:r>
          </a:p>
          <a:p>
            <a:pPr algn="ctr"/>
            <a:r>
              <a:rPr lang="en-US" sz="1000" b="1">
                <a:solidFill>
                  <a:schemeClr val="accent1"/>
                </a:solidFill>
              </a:rPr>
              <a:t>(Month 6+)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9F6145-5DFC-EFBA-AD6C-AF03A6155EDC}"/>
              </a:ext>
            </a:extLst>
          </p:cNvPr>
          <p:cNvCxnSpPr>
            <a:cxnSpLocks/>
          </p:cNvCxnSpPr>
          <p:nvPr/>
        </p:nvCxnSpPr>
        <p:spPr>
          <a:xfrm>
            <a:off x="11298401" y="1331576"/>
            <a:ext cx="1" cy="73889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60" name="Picture 12" descr="Consistency Special Flat icon | Freepik">
            <a:extLst>
              <a:ext uri="{FF2B5EF4-FFF2-40B4-BE49-F238E27FC236}">
                <a16:creationId xmlns:a16="http://schemas.microsoft.com/office/drawing/2014/main" id="{A9B40C29-5C62-A5C1-8535-51E68710D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235" y="2112396"/>
            <a:ext cx="900332" cy="90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5E69E96-38C9-628A-7182-EEEE81D0406E}"/>
              </a:ext>
            </a:extLst>
          </p:cNvPr>
          <p:cNvSpPr txBox="1"/>
          <p:nvPr/>
        </p:nvSpPr>
        <p:spPr>
          <a:xfrm>
            <a:off x="4178621" y="3610320"/>
            <a:ext cx="344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3366"/>
                </a:solidFill>
              </a:rPr>
              <a:t>Marketing Strategy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D392B08-D4CC-1015-A005-DC989A04A2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112"/>
          <a:stretch/>
        </p:blipFill>
        <p:spPr>
          <a:xfrm>
            <a:off x="397078" y="4405982"/>
            <a:ext cx="4876780" cy="239102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BCBE82C-16CE-B894-CC28-C0A60901402A}"/>
              </a:ext>
            </a:extLst>
          </p:cNvPr>
          <p:cNvSpPr txBox="1"/>
          <p:nvPr/>
        </p:nvSpPr>
        <p:spPr>
          <a:xfrm>
            <a:off x="443646" y="3991925"/>
            <a:ext cx="4830212" cy="323165"/>
          </a:xfrm>
          <a:prstGeom prst="rect">
            <a:avLst/>
          </a:prstGeom>
          <a:solidFill>
            <a:srgbClr val="003366"/>
          </a:solidFill>
        </p:spPr>
        <p:txBody>
          <a:bodyPr wrap="square">
            <a:spAutoFit/>
          </a:bodyPr>
          <a:lstStyle/>
          <a:p>
            <a:r>
              <a:rPr lang="en-US" sz="1500" b="1">
                <a:solidFill>
                  <a:schemeClr val="accent1"/>
                </a:solidFill>
              </a:rPr>
              <a:t>4P's Framework (Product, Price, Place, Promotion)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106ECAC-340A-F178-AA74-768933C8FF1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460"/>
          <a:stretch/>
        </p:blipFill>
        <p:spPr>
          <a:xfrm>
            <a:off x="5614968" y="4339602"/>
            <a:ext cx="5744693" cy="239102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D07C6B0-47AA-A26E-01C7-630A5A1BA2F7}"/>
              </a:ext>
            </a:extLst>
          </p:cNvPr>
          <p:cNvSpPr txBox="1"/>
          <p:nvPr/>
        </p:nvSpPr>
        <p:spPr>
          <a:xfrm>
            <a:off x="5771174" y="3987682"/>
            <a:ext cx="4830212" cy="323165"/>
          </a:xfrm>
          <a:prstGeom prst="rect">
            <a:avLst/>
          </a:prstGeom>
          <a:solidFill>
            <a:srgbClr val="00336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500" b="1">
                <a:solidFill>
                  <a:schemeClr val="accent1"/>
                </a:solidFill>
              </a:rPr>
              <a:t>RACE Framework</a:t>
            </a:r>
          </a:p>
        </p:txBody>
      </p:sp>
    </p:spTree>
    <p:extLst>
      <p:ext uri="{BB962C8B-B14F-4D97-AF65-F5344CB8AC3E}">
        <p14:creationId xmlns:p14="http://schemas.microsoft.com/office/powerpoint/2010/main" val="27555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shots">
            <a:extLst>
              <a:ext uri="{FF2B5EF4-FFF2-40B4-BE49-F238E27FC236}">
                <a16:creationId xmlns:a16="http://schemas.microsoft.com/office/drawing/2014/main" id="{B00785B2-1C30-8B49-FB58-3AF88E853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84"/>
          <a:stretch/>
        </p:blipFill>
        <p:spPr bwMode="auto">
          <a:xfrm>
            <a:off x="-1" y="-1"/>
            <a:ext cx="12192001" cy="49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29375-E735-0FC8-F21B-D95D9A9C2341}"/>
              </a:ext>
            </a:extLst>
          </p:cNvPr>
          <p:cNvSpPr txBox="1"/>
          <p:nvPr/>
        </p:nvSpPr>
        <p:spPr>
          <a:xfrm>
            <a:off x="1289713" y="60992"/>
            <a:ext cx="883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Success Metrics and Continuous Improvement</a:t>
            </a:r>
          </a:p>
        </p:txBody>
      </p:sp>
      <p:pic>
        <p:nvPicPr>
          <p:cNvPr id="2" name="Picture 19" descr="Finshots | Financial News made simple">
            <a:extLst>
              <a:ext uri="{FF2B5EF4-FFF2-40B4-BE49-F238E27FC236}">
                <a16:creationId xmlns:a16="http://schemas.microsoft.com/office/drawing/2014/main" id="{BE30474F-A152-CCC2-0F23-54D3B7D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049" y="29996"/>
            <a:ext cx="428626" cy="4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5D1486-943A-590B-9016-0A88DEBBA884}"/>
              </a:ext>
            </a:extLst>
          </p:cNvPr>
          <p:cNvSpPr txBox="1"/>
          <p:nvPr/>
        </p:nvSpPr>
        <p:spPr>
          <a:xfrm>
            <a:off x="1596683" y="505594"/>
            <a:ext cx="488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Success Metrics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72D0D2-B194-3532-E53E-2B66CE1ED97A}"/>
              </a:ext>
            </a:extLst>
          </p:cNvPr>
          <p:cNvSpPr/>
          <p:nvPr/>
        </p:nvSpPr>
        <p:spPr>
          <a:xfrm>
            <a:off x="119576" y="1062220"/>
            <a:ext cx="414997" cy="37982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83815-22C7-EA15-5FC9-573E04BA57DD}"/>
              </a:ext>
            </a:extLst>
          </p:cNvPr>
          <p:cNvSpPr txBox="1"/>
          <p:nvPr/>
        </p:nvSpPr>
        <p:spPr>
          <a:xfrm>
            <a:off x="640080" y="1048936"/>
            <a:ext cx="2410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Engagement Rates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6D1EEA-5041-DEED-A41A-F6D018398662}"/>
              </a:ext>
            </a:extLst>
          </p:cNvPr>
          <p:cNvCxnSpPr>
            <a:cxnSpLocks/>
          </p:cNvCxnSpPr>
          <p:nvPr/>
        </p:nvCxnSpPr>
        <p:spPr>
          <a:xfrm>
            <a:off x="6590713" y="491317"/>
            <a:ext cx="0" cy="63666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365B43-91A4-9D50-8AB8-D4439ECCAA15}"/>
              </a:ext>
            </a:extLst>
          </p:cNvPr>
          <p:cNvSpPr txBox="1"/>
          <p:nvPr/>
        </p:nvSpPr>
        <p:spPr>
          <a:xfrm>
            <a:off x="2750235" y="1034194"/>
            <a:ext cx="3734971" cy="553998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accent1"/>
                </a:solidFill>
              </a:rPr>
              <a:t>Track listener/viewer engagementUse analytics from platforms like YouTube, Spotify, and Google Analytics to measure content performance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85942-0769-6FA5-63F6-2BD423CBE002}"/>
              </a:ext>
            </a:extLst>
          </p:cNvPr>
          <p:cNvSpPr txBox="1"/>
          <p:nvPr/>
        </p:nvSpPr>
        <p:spPr>
          <a:xfrm>
            <a:off x="2034645" y="1583091"/>
            <a:ext cx="9284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1ED760"/>
                </a:solidFill>
              </a:rPr>
              <a:t>70%+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AC10A6-79B6-7DA7-C7C4-B049FBECE177}"/>
              </a:ext>
            </a:extLst>
          </p:cNvPr>
          <p:cNvSpPr txBox="1"/>
          <p:nvPr/>
        </p:nvSpPr>
        <p:spPr>
          <a:xfrm>
            <a:off x="1684277" y="1930366"/>
            <a:ext cx="14317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Completion rate for </a:t>
            </a:r>
          </a:p>
          <a:p>
            <a:pPr algn="ctr"/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podcasts and videos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5AF932-0023-A19B-CE81-1C550868F5D3}"/>
              </a:ext>
            </a:extLst>
          </p:cNvPr>
          <p:cNvSpPr/>
          <p:nvPr/>
        </p:nvSpPr>
        <p:spPr>
          <a:xfrm>
            <a:off x="368209" y="1743219"/>
            <a:ext cx="1356210" cy="3693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Benchmark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0491D-EC46-B16B-FE8B-946B61324CDB}"/>
              </a:ext>
            </a:extLst>
          </p:cNvPr>
          <p:cNvSpPr txBox="1"/>
          <p:nvPr/>
        </p:nvSpPr>
        <p:spPr>
          <a:xfrm>
            <a:off x="3532749" y="1991671"/>
            <a:ext cx="14317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rates for blogs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7FEB97-BEE6-DA7D-EE5F-3021CB0356C3}"/>
              </a:ext>
            </a:extLst>
          </p:cNvPr>
          <p:cNvSpPr txBox="1"/>
          <p:nvPr/>
        </p:nvSpPr>
        <p:spPr>
          <a:xfrm>
            <a:off x="3769367" y="1608122"/>
            <a:ext cx="9284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0070C0"/>
                </a:solidFill>
              </a:rPr>
              <a:t>60%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999E86-0EC5-5865-DE7C-BDE2F5A46AB4}"/>
              </a:ext>
            </a:extLst>
          </p:cNvPr>
          <p:cNvSpPr/>
          <p:nvPr/>
        </p:nvSpPr>
        <p:spPr>
          <a:xfrm>
            <a:off x="137266" y="2506515"/>
            <a:ext cx="414997" cy="37982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F83C3-A239-1067-E16F-2A04B9023104}"/>
              </a:ext>
            </a:extLst>
          </p:cNvPr>
          <p:cNvSpPr txBox="1"/>
          <p:nvPr/>
        </p:nvSpPr>
        <p:spPr>
          <a:xfrm>
            <a:off x="600727" y="2487983"/>
            <a:ext cx="2410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Subscriber Growth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C47987-B576-16A7-5941-C0141C93076F}"/>
              </a:ext>
            </a:extLst>
          </p:cNvPr>
          <p:cNvSpPr txBox="1"/>
          <p:nvPr/>
        </p:nvSpPr>
        <p:spPr>
          <a:xfrm>
            <a:off x="2702860" y="2417457"/>
            <a:ext cx="3831582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/>
                </a:solidFill>
              </a:rPr>
              <a:t>Measure growth in new subscribers across platforms (YouTube, podcast apps, blog subscribers)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/>
                </a:solidFill>
              </a:rPr>
              <a:t>Track monthly and quarterly growth rates to assess the effectiveness of content and marketing campaigns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0DA2F9-6918-52EC-1D08-FF2C2B6113DD}"/>
              </a:ext>
            </a:extLst>
          </p:cNvPr>
          <p:cNvSpPr/>
          <p:nvPr/>
        </p:nvSpPr>
        <p:spPr>
          <a:xfrm>
            <a:off x="368209" y="3205545"/>
            <a:ext cx="1356210" cy="3693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Benchmark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110973-8913-EEFB-47C7-1F00C9B4D0D9}"/>
              </a:ext>
            </a:extLst>
          </p:cNvPr>
          <p:cNvSpPr txBox="1"/>
          <p:nvPr/>
        </p:nvSpPr>
        <p:spPr>
          <a:xfrm>
            <a:off x="2031774" y="3199488"/>
            <a:ext cx="823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1ED760"/>
                </a:solidFill>
              </a:rPr>
              <a:t>10%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2644CF-C6C9-32C1-E53D-B805E2ACA196}"/>
              </a:ext>
            </a:extLst>
          </p:cNvPr>
          <p:cNvSpPr txBox="1"/>
          <p:nvPr/>
        </p:nvSpPr>
        <p:spPr>
          <a:xfrm>
            <a:off x="2750235" y="3282244"/>
            <a:ext cx="3661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increase in subscribers after launch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3B19C16-267C-C9CC-54EA-5D0F4B1C17CC}"/>
              </a:ext>
            </a:extLst>
          </p:cNvPr>
          <p:cNvSpPr/>
          <p:nvPr/>
        </p:nvSpPr>
        <p:spPr>
          <a:xfrm>
            <a:off x="99277" y="3866151"/>
            <a:ext cx="414997" cy="37982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949EF-D2DD-A30C-E433-4E864671AA98}"/>
              </a:ext>
            </a:extLst>
          </p:cNvPr>
          <p:cNvSpPr txBox="1"/>
          <p:nvPr/>
        </p:nvSpPr>
        <p:spPr>
          <a:xfrm>
            <a:off x="567028" y="3825726"/>
            <a:ext cx="292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Social Media Engagement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782EFD-1457-257F-E5F3-2C011C4CD91E}"/>
              </a:ext>
            </a:extLst>
          </p:cNvPr>
          <p:cNvSpPr txBox="1"/>
          <p:nvPr/>
        </p:nvSpPr>
        <p:spPr>
          <a:xfrm>
            <a:off x="3319975" y="3732658"/>
            <a:ext cx="3165229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/>
                </a:solidFill>
              </a:rPr>
              <a:t>Monitor likes, shares, comments, and retweets of podcast/video content across social media platforms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/>
                </a:solidFill>
              </a:rPr>
              <a:t>Assess the virality of episodes by tracking hashtag usage, mentions, and social shares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910E9B2-6049-D54E-F5EB-66233A5977F1}"/>
              </a:ext>
            </a:extLst>
          </p:cNvPr>
          <p:cNvSpPr/>
          <p:nvPr/>
        </p:nvSpPr>
        <p:spPr>
          <a:xfrm>
            <a:off x="370554" y="4578793"/>
            <a:ext cx="1356210" cy="3693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Benchmark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625B58-5811-3542-1833-B8102353FFB3}"/>
              </a:ext>
            </a:extLst>
          </p:cNvPr>
          <p:cNvSpPr txBox="1"/>
          <p:nvPr/>
        </p:nvSpPr>
        <p:spPr>
          <a:xfrm>
            <a:off x="2154807" y="4614384"/>
            <a:ext cx="823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1ED760"/>
                </a:solidFill>
              </a:rPr>
              <a:t>5%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3F8A67-B053-7093-DAD4-8937F7E93BF9}"/>
              </a:ext>
            </a:extLst>
          </p:cNvPr>
          <p:cNvSpPr txBox="1"/>
          <p:nvPr/>
        </p:nvSpPr>
        <p:spPr>
          <a:xfrm>
            <a:off x="2750235" y="4646740"/>
            <a:ext cx="37349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 in engagement rate monthly </a:t>
            </a:r>
          </a:p>
          <a:p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social platforms and consistent growth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878C58-3FAA-3CDC-DC34-3175F1C6D204}"/>
              </a:ext>
            </a:extLst>
          </p:cNvPr>
          <p:cNvSpPr/>
          <p:nvPr/>
        </p:nvSpPr>
        <p:spPr>
          <a:xfrm>
            <a:off x="99277" y="5217078"/>
            <a:ext cx="414997" cy="37982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4D1C91-EF46-E91F-10F5-65E62A9FB884}"/>
              </a:ext>
            </a:extLst>
          </p:cNvPr>
          <p:cNvSpPr txBox="1"/>
          <p:nvPr/>
        </p:nvSpPr>
        <p:spPr>
          <a:xfrm>
            <a:off x="496468" y="5239399"/>
            <a:ext cx="235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Referral Traffic and </a:t>
            </a:r>
          </a:p>
          <a:p>
            <a:r>
              <a:rPr lang="en-US" b="1"/>
              <a:t>Conversion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03F2D4-F71C-19E8-8846-E0E8E3A9D0BA}"/>
              </a:ext>
            </a:extLst>
          </p:cNvPr>
          <p:cNvSpPr txBox="1"/>
          <p:nvPr/>
        </p:nvSpPr>
        <p:spPr>
          <a:xfrm>
            <a:off x="2777521" y="5232208"/>
            <a:ext cx="3734967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/>
                </a:solidFill>
              </a:rPr>
              <a:t>Analyze traffic driven from podcasts and YouTube to the Finshots website and blog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/>
                </a:solidFill>
              </a:rPr>
              <a:t>Measure conversion rates from viewers/listeners to blog readers and email subscribers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20AC70-1014-24AF-532E-6AFDBA91E76A}"/>
              </a:ext>
            </a:extLst>
          </p:cNvPr>
          <p:cNvSpPr/>
          <p:nvPr/>
        </p:nvSpPr>
        <p:spPr>
          <a:xfrm>
            <a:off x="368209" y="6352406"/>
            <a:ext cx="1356210" cy="3693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Benchmark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73F89E-A393-E4BA-74C0-C325E4FEEA61}"/>
              </a:ext>
            </a:extLst>
          </p:cNvPr>
          <p:cNvSpPr txBox="1"/>
          <p:nvPr/>
        </p:nvSpPr>
        <p:spPr>
          <a:xfrm>
            <a:off x="1995379" y="6231367"/>
            <a:ext cx="1720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1ED760"/>
                </a:solidFill>
              </a:rPr>
              <a:t>15-20%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B4A032-5BAF-FE2E-BFCF-848710E8B1D7}"/>
              </a:ext>
            </a:extLst>
          </p:cNvPr>
          <p:cNvSpPr txBox="1"/>
          <p:nvPr/>
        </p:nvSpPr>
        <p:spPr>
          <a:xfrm>
            <a:off x="3050931" y="6226390"/>
            <a:ext cx="3434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Conversion rate from podcast listeners to blog subscribers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BC6F578-8E38-6205-C8E3-D3FB6316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06" b="11004"/>
          <a:stretch/>
        </p:blipFill>
        <p:spPr>
          <a:xfrm>
            <a:off x="6827379" y="893450"/>
            <a:ext cx="5051933" cy="44382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5989502-78B4-2269-1848-AA2825772DEC}"/>
              </a:ext>
            </a:extLst>
          </p:cNvPr>
          <p:cNvSpPr txBox="1"/>
          <p:nvPr/>
        </p:nvSpPr>
        <p:spPr>
          <a:xfrm>
            <a:off x="8003714" y="524118"/>
            <a:ext cx="3345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3366"/>
                </a:solidFill>
              </a:rPr>
              <a:t>Continuous Improvement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16006A-F82A-2F75-C979-701807BDD3A2}"/>
              </a:ext>
            </a:extLst>
          </p:cNvPr>
          <p:cNvSpPr txBox="1"/>
          <p:nvPr/>
        </p:nvSpPr>
        <p:spPr>
          <a:xfrm>
            <a:off x="7161109" y="5733787"/>
            <a:ext cx="4570691" cy="784830"/>
          </a:xfrm>
          <a:custGeom>
            <a:avLst/>
            <a:gdLst>
              <a:gd name="connsiteX0" fmla="*/ 0 w 4570691"/>
              <a:gd name="connsiteY0" fmla="*/ 0 h 784830"/>
              <a:gd name="connsiteX1" fmla="*/ 607249 w 4570691"/>
              <a:gd name="connsiteY1" fmla="*/ 0 h 784830"/>
              <a:gd name="connsiteX2" fmla="*/ 1305912 w 4570691"/>
              <a:gd name="connsiteY2" fmla="*/ 0 h 784830"/>
              <a:gd name="connsiteX3" fmla="*/ 1958868 w 4570691"/>
              <a:gd name="connsiteY3" fmla="*/ 0 h 784830"/>
              <a:gd name="connsiteX4" fmla="*/ 2703237 w 4570691"/>
              <a:gd name="connsiteY4" fmla="*/ 0 h 784830"/>
              <a:gd name="connsiteX5" fmla="*/ 3264779 w 4570691"/>
              <a:gd name="connsiteY5" fmla="*/ 0 h 784830"/>
              <a:gd name="connsiteX6" fmla="*/ 4009149 w 4570691"/>
              <a:gd name="connsiteY6" fmla="*/ 0 h 784830"/>
              <a:gd name="connsiteX7" fmla="*/ 4570691 w 4570691"/>
              <a:gd name="connsiteY7" fmla="*/ 0 h 784830"/>
              <a:gd name="connsiteX8" fmla="*/ 4570691 w 4570691"/>
              <a:gd name="connsiteY8" fmla="*/ 400263 h 784830"/>
              <a:gd name="connsiteX9" fmla="*/ 4570691 w 4570691"/>
              <a:gd name="connsiteY9" fmla="*/ 784830 h 784830"/>
              <a:gd name="connsiteX10" fmla="*/ 3963442 w 4570691"/>
              <a:gd name="connsiteY10" fmla="*/ 784830 h 784830"/>
              <a:gd name="connsiteX11" fmla="*/ 3310486 w 4570691"/>
              <a:gd name="connsiteY11" fmla="*/ 784830 h 784830"/>
              <a:gd name="connsiteX12" fmla="*/ 2611823 w 4570691"/>
              <a:gd name="connsiteY12" fmla="*/ 784830 h 784830"/>
              <a:gd name="connsiteX13" fmla="*/ 2050281 w 4570691"/>
              <a:gd name="connsiteY13" fmla="*/ 784830 h 784830"/>
              <a:gd name="connsiteX14" fmla="*/ 1488739 w 4570691"/>
              <a:gd name="connsiteY14" fmla="*/ 784830 h 784830"/>
              <a:gd name="connsiteX15" fmla="*/ 835783 w 4570691"/>
              <a:gd name="connsiteY15" fmla="*/ 784830 h 784830"/>
              <a:gd name="connsiteX16" fmla="*/ 0 w 4570691"/>
              <a:gd name="connsiteY16" fmla="*/ 784830 h 784830"/>
              <a:gd name="connsiteX17" fmla="*/ 0 w 4570691"/>
              <a:gd name="connsiteY17" fmla="*/ 400263 h 784830"/>
              <a:gd name="connsiteX18" fmla="*/ 0 w 4570691"/>
              <a:gd name="connsiteY18" fmla="*/ 0 h 78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70691" h="784830" fill="none" extrusionOk="0">
                <a:moveTo>
                  <a:pt x="0" y="0"/>
                </a:moveTo>
                <a:cubicBezTo>
                  <a:pt x="267464" y="-27117"/>
                  <a:pt x="368201" y="2966"/>
                  <a:pt x="607249" y="0"/>
                </a:cubicBezTo>
                <a:cubicBezTo>
                  <a:pt x="846297" y="-2966"/>
                  <a:pt x="1003443" y="-9635"/>
                  <a:pt x="1305912" y="0"/>
                </a:cubicBezTo>
                <a:cubicBezTo>
                  <a:pt x="1608381" y="9635"/>
                  <a:pt x="1742956" y="-19922"/>
                  <a:pt x="1958868" y="0"/>
                </a:cubicBezTo>
                <a:cubicBezTo>
                  <a:pt x="2174780" y="19922"/>
                  <a:pt x="2477758" y="-33112"/>
                  <a:pt x="2703237" y="0"/>
                </a:cubicBezTo>
                <a:cubicBezTo>
                  <a:pt x="2928716" y="33112"/>
                  <a:pt x="3101868" y="-6620"/>
                  <a:pt x="3264779" y="0"/>
                </a:cubicBezTo>
                <a:cubicBezTo>
                  <a:pt x="3427690" y="6620"/>
                  <a:pt x="3802229" y="-21041"/>
                  <a:pt x="4009149" y="0"/>
                </a:cubicBezTo>
                <a:cubicBezTo>
                  <a:pt x="4216069" y="21041"/>
                  <a:pt x="4294426" y="4545"/>
                  <a:pt x="4570691" y="0"/>
                </a:cubicBezTo>
                <a:cubicBezTo>
                  <a:pt x="4553308" y="116905"/>
                  <a:pt x="4588747" y="223258"/>
                  <a:pt x="4570691" y="400263"/>
                </a:cubicBezTo>
                <a:cubicBezTo>
                  <a:pt x="4552635" y="577268"/>
                  <a:pt x="4558050" y="694277"/>
                  <a:pt x="4570691" y="784830"/>
                </a:cubicBezTo>
                <a:cubicBezTo>
                  <a:pt x="4341037" y="800987"/>
                  <a:pt x="4232737" y="768794"/>
                  <a:pt x="3963442" y="784830"/>
                </a:cubicBezTo>
                <a:cubicBezTo>
                  <a:pt x="3694147" y="800866"/>
                  <a:pt x="3569866" y="763221"/>
                  <a:pt x="3310486" y="784830"/>
                </a:cubicBezTo>
                <a:cubicBezTo>
                  <a:pt x="3051106" y="806439"/>
                  <a:pt x="2860736" y="763669"/>
                  <a:pt x="2611823" y="784830"/>
                </a:cubicBezTo>
                <a:cubicBezTo>
                  <a:pt x="2362910" y="805991"/>
                  <a:pt x="2233767" y="765560"/>
                  <a:pt x="2050281" y="784830"/>
                </a:cubicBezTo>
                <a:cubicBezTo>
                  <a:pt x="1866795" y="804100"/>
                  <a:pt x="1766038" y="764255"/>
                  <a:pt x="1488739" y="784830"/>
                </a:cubicBezTo>
                <a:cubicBezTo>
                  <a:pt x="1211440" y="805405"/>
                  <a:pt x="1128900" y="765153"/>
                  <a:pt x="835783" y="784830"/>
                </a:cubicBezTo>
                <a:cubicBezTo>
                  <a:pt x="542666" y="804507"/>
                  <a:pt x="301157" y="766409"/>
                  <a:pt x="0" y="784830"/>
                </a:cubicBezTo>
                <a:cubicBezTo>
                  <a:pt x="-17028" y="692430"/>
                  <a:pt x="-17470" y="585439"/>
                  <a:pt x="0" y="400263"/>
                </a:cubicBezTo>
                <a:cubicBezTo>
                  <a:pt x="17470" y="215087"/>
                  <a:pt x="13953" y="144530"/>
                  <a:pt x="0" y="0"/>
                </a:cubicBezTo>
                <a:close/>
              </a:path>
              <a:path w="4570691" h="784830" stroke="0" extrusionOk="0">
                <a:moveTo>
                  <a:pt x="0" y="0"/>
                </a:moveTo>
                <a:cubicBezTo>
                  <a:pt x="195585" y="10668"/>
                  <a:pt x="519392" y="37068"/>
                  <a:pt x="744370" y="0"/>
                </a:cubicBezTo>
                <a:cubicBezTo>
                  <a:pt x="969348" y="-37068"/>
                  <a:pt x="1128082" y="-6945"/>
                  <a:pt x="1488739" y="0"/>
                </a:cubicBezTo>
                <a:cubicBezTo>
                  <a:pt x="1849396" y="6945"/>
                  <a:pt x="1824644" y="12306"/>
                  <a:pt x="2050281" y="0"/>
                </a:cubicBezTo>
                <a:cubicBezTo>
                  <a:pt x="2275918" y="-12306"/>
                  <a:pt x="2490040" y="18021"/>
                  <a:pt x="2611823" y="0"/>
                </a:cubicBezTo>
                <a:cubicBezTo>
                  <a:pt x="2733606" y="-18021"/>
                  <a:pt x="2950393" y="20034"/>
                  <a:pt x="3219072" y="0"/>
                </a:cubicBezTo>
                <a:cubicBezTo>
                  <a:pt x="3487751" y="-20034"/>
                  <a:pt x="3486569" y="14687"/>
                  <a:pt x="3734908" y="0"/>
                </a:cubicBezTo>
                <a:cubicBezTo>
                  <a:pt x="3983247" y="-14687"/>
                  <a:pt x="4306850" y="15498"/>
                  <a:pt x="4570691" y="0"/>
                </a:cubicBezTo>
                <a:cubicBezTo>
                  <a:pt x="4557680" y="123949"/>
                  <a:pt x="4557715" y="261326"/>
                  <a:pt x="4570691" y="384567"/>
                </a:cubicBezTo>
                <a:cubicBezTo>
                  <a:pt x="4583667" y="507808"/>
                  <a:pt x="4588786" y="703813"/>
                  <a:pt x="4570691" y="784830"/>
                </a:cubicBezTo>
                <a:cubicBezTo>
                  <a:pt x="4337641" y="809338"/>
                  <a:pt x="4198030" y="766411"/>
                  <a:pt x="3826321" y="784830"/>
                </a:cubicBezTo>
                <a:cubicBezTo>
                  <a:pt x="3454612" y="803250"/>
                  <a:pt x="3328201" y="762377"/>
                  <a:pt x="3173365" y="784830"/>
                </a:cubicBezTo>
                <a:cubicBezTo>
                  <a:pt x="3018529" y="807283"/>
                  <a:pt x="2616887" y="779251"/>
                  <a:pt x="2474703" y="784830"/>
                </a:cubicBezTo>
                <a:cubicBezTo>
                  <a:pt x="2332519" y="790409"/>
                  <a:pt x="2050809" y="786761"/>
                  <a:pt x="1913161" y="784830"/>
                </a:cubicBezTo>
                <a:cubicBezTo>
                  <a:pt x="1775513" y="782899"/>
                  <a:pt x="1505124" y="754806"/>
                  <a:pt x="1168791" y="784830"/>
                </a:cubicBezTo>
                <a:cubicBezTo>
                  <a:pt x="832458" y="814855"/>
                  <a:pt x="456323" y="765716"/>
                  <a:pt x="0" y="784830"/>
                </a:cubicBezTo>
                <a:cubicBezTo>
                  <a:pt x="-16215" y="623876"/>
                  <a:pt x="-5673" y="576861"/>
                  <a:pt x="0" y="408112"/>
                </a:cubicBezTo>
                <a:cubicBezTo>
                  <a:pt x="5673" y="239363"/>
                  <a:pt x="-1981" y="10962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87137989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/>
              <a:t>Continuously refine content and strategy using data-driven insights, audience feedback, and technological advancements for sustained engagement and growth</a:t>
            </a:r>
          </a:p>
        </p:txBody>
      </p:sp>
    </p:spTree>
    <p:extLst>
      <p:ext uri="{BB962C8B-B14F-4D97-AF65-F5344CB8AC3E}">
        <p14:creationId xmlns:p14="http://schemas.microsoft.com/office/powerpoint/2010/main" val="2707451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11 TOP newsletter design tips, examples and trends for 2024">
            <a:extLst>
              <a:ext uri="{FF2B5EF4-FFF2-40B4-BE49-F238E27FC236}">
                <a16:creationId xmlns:a16="http://schemas.microsoft.com/office/drawing/2014/main" id="{948BBEDD-7F14-A21E-D045-EAEF80B32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9" r="5245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688A08-68AF-80AE-711C-8C6D2EC70860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851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Application>Microsoft Office PowerPoint</Application>
  <PresentationFormat>Widescreen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Sharma</dc:creator>
  <cp:revision>1</cp:revision>
  <dcterms:created xsi:type="dcterms:W3CDTF">2024-09-20T22:31:14Z</dcterms:created>
  <dcterms:modified xsi:type="dcterms:W3CDTF">2024-09-22T17:55:04Z</dcterms:modified>
</cp:coreProperties>
</file>